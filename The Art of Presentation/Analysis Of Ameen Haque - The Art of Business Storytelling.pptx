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335" r:id="rId2"/>
    <p:sldId id="358" r:id="rId3"/>
    <p:sldId id="359" r:id="rId4"/>
    <p:sldId id="357" r:id="rId5"/>
    <p:sldId id="361" r:id="rId6"/>
    <p:sldId id="362" r:id="rId7"/>
    <p:sldId id="363" r:id="rId8"/>
    <p:sldId id="360" r:id="rId9"/>
    <p:sldId id="364" r:id="rId10"/>
    <p:sldId id="365" r:id="rId11"/>
    <p:sldId id="367" r:id="rId12"/>
    <p:sldId id="368" r:id="rId13"/>
    <p:sldId id="366" r:id="rId14"/>
    <p:sldId id="34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5BB4129-60AB-480C-B1D4-D0A9B366C14A}">
          <p14:sldIdLst>
            <p14:sldId id="335"/>
            <p14:sldId id="358"/>
            <p14:sldId id="359"/>
            <p14:sldId id="357"/>
            <p14:sldId id="361"/>
            <p14:sldId id="362"/>
            <p14:sldId id="363"/>
            <p14:sldId id="360"/>
            <p14:sldId id="364"/>
            <p14:sldId id="365"/>
            <p14:sldId id="367"/>
            <p14:sldId id="368"/>
            <p14:sldId id="366"/>
            <p14:sldId id="342"/>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2D2D2D"/>
    <a:srgbClr val="505050"/>
    <a:srgbClr val="2E323E"/>
    <a:srgbClr val="F77F07"/>
    <a:srgbClr val="F99837"/>
    <a:srgbClr val="ECECEC"/>
    <a:srgbClr val="E4E4E4"/>
    <a:srgbClr val="E2E2E2"/>
    <a:srgbClr val="F8FA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71462" autoAdjust="0"/>
  </p:normalViewPr>
  <p:slideViewPr>
    <p:cSldViewPr snapToGrid="0">
      <p:cViewPr varScale="1">
        <p:scale>
          <a:sx n="78" d="100"/>
          <a:sy n="78" d="100"/>
        </p:scale>
        <p:origin x="912" y="78"/>
      </p:cViewPr>
      <p:guideLst>
        <p:guide orient="horz" pos="2160"/>
        <p:guide pos="3840"/>
      </p:guideLst>
    </p:cSldViewPr>
  </p:slideViewPr>
  <p:outlineViewPr>
    <p:cViewPr>
      <p:scale>
        <a:sx n="33" d="100"/>
        <a:sy n="33" d="100"/>
      </p:scale>
      <p:origin x="0" y="0"/>
    </p:cViewPr>
  </p:outlineViewPr>
  <p:notesTextViewPr>
    <p:cViewPr>
      <p:scale>
        <a:sx n="1" d="1"/>
        <a:sy n="1" d="1"/>
      </p:scale>
      <p:origin x="0" y="-252"/>
    </p:cViewPr>
  </p:notesTextViewPr>
  <p:sorterViewPr>
    <p:cViewPr>
      <p:scale>
        <a:sx n="100" d="100"/>
        <a:sy n="100" d="100"/>
      </p:scale>
      <p:origin x="0" y="0"/>
    </p:cViewPr>
  </p:sorterViewPr>
  <p:notesViewPr>
    <p:cSldViewPr snapToGrid="0">
      <p:cViewPr varScale="1">
        <p:scale>
          <a:sx n="84" d="100"/>
          <a:sy n="84" d="100"/>
        </p:scale>
        <p:origin x="3828"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46E21ED-16CE-4F24-80AE-EAA670226342}" type="datetimeFigureOut">
              <a:rPr lang="en-US" smtClean="0"/>
              <a:t>1/19/2019</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E75D9F6-7422-48F2-8A6C-3C4CB49F3925}"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49767B-8DD0-4A45-953D-8094941534E6}" type="datetimeFigureOut">
              <a:rPr lang="en-US" smtClean="0"/>
              <a:pPr/>
              <a:t>1/19/2019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6F9E20-B887-4600-B1E3-3C3A8AFB3A82}" type="slidenum">
              <a:rPr lang="en-US" smtClean="0"/>
              <a:pPr/>
              <a:t>‹#›</a:t>
            </a:fld>
            <a:endParaRPr lang="en-US"/>
          </a:p>
        </p:txBody>
      </p:sp>
    </p:spTree>
    <p:extLst>
      <p:ext uri="{BB962C8B-B14F-4D97-AF65-F5344CB8AC3E}">
        <p14:creationId xmlns:p14="http://schemas.microsoft.com/office/powerpoint/2010/main" val="2391936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1</a:t>
            </a:fld>
            <a:endParaRPr lang="en-US"/>
          </a:p>
        </p:txBody>
      </p:sp>
    </p:spTree>
    <p:extLst>
      <p:ext uri="{BB962C8B-B14F-4D97-AF65-F5344CB8AC3E}">
        <p14:creationId xmlns:p14="http://schemas.microsoft.com/office/powerpoint/2010/main" val="11766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Let’s watch a video</a:t>
            </a:r>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2</a:t>
            </a:fld>
            <a:endParaRPr lang="en-US"/>
          </a:p>
        </p:txBody>
      </p:sp>
    </p:spTree>
    <p:extLst>
      <p:ext uri="{BB962C8B-B14F-4D97-AF65-F5344CB8AC3E}">
        <p14:creationId xmlns:p14="http://schemas.microsoft.com/office/powerpoint/2010/main" val="2828439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know that we have two sides of brain, </a:t>
            </a:r>
          </a:p>
          <a:p>
            <a:pPr marL="228600" indent="-228600">
              <a:buAutoNum type="arabicPeriod"/>
            </a:pPr>
            <a:r>
              <a:rPr lang="en-GB" dirty="0"/>
              <a:t>Logical thinking side</a:t>
            </a:r>
          </a:p>
          <a:p>
            <a:pPr marL="228600" indent="-228600">
              <a:buAutoNum type="arabicPeriod"/>
            </a:pPr>
            <a:r>
              <a:rPr lang="en-GB" dirty="0"/>
              <a:t>Emotional thinking</a:t>
            </a:r>
          </a:p>
          <a:p>
            <a:pPr marL="0" indent="0">
              <a:buNone/>
            </a:pPr>
            <a:r>
              <a:rPr lang="en-IN" dirty="0"/>
              <a:t>H</a:t>
            </a:r>
            <a:r>
              <a:rPr lang="en-US" dirty="0"/>
              <a:t>ow do we make decisions when we are faced with choices, what is that one that makes us believe A versus B</a:t>
            </a:r>
          </a:p>
          <a:p>
            <a:pPr marL="0" indent="0">
              <a:buNone/>
            </a:pPr>
            <a:r>
              <a:rPr lang="en-GB" dirty="0"/>
              <a:t>Science has revelled us that almost all kinds of decisions, the emotional side of the brain is predominant and stories speak to emotions</a:t>
            </a:r>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3</a:t>
            </a:fld>
            <a:endParaRPr lang="en-US"/>
          </a:p>
        </p:txBody>
      </p:sp>
    </p:spTree>
    <p:extLst>
      <p:ext uri="{BB962C8B-B14F-4D97-AF65-F5344CB8AC3E}">
        <p14:creationId xmlns:p14="http://schemas.microsoft.com/office/powerpoint/2010/main" val="3994172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When we speak to people’s emotions, it gathers and results in higher response </a:t>
            </a:r>
            <a:endParaRPr lang="en-GB"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4</a:t>
            </a:fld>
            <a:endParaRPr lang="en-US"/>
          </a:p>
        </p:txBody>
      </p:sp>
    </p:spTree>
    <p:extLst>
      <p:ext uri="{BB962C8B-B14F-4D97-AF65-F5344CB8AC3E}">
        <p14:creationId xmlns:p14="http://schemas.microsoft.com/office/powerpoint/2010/main" val="1898436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know that we have two sides of brain, </a:t>
            </a:r>
          </a:p>
          <a:p>
            <a:pPr marL="228600" indent="-228600">
              <a:buAutoNum type="arabicPeriod"/>
            </a:pPr>
            <a:r>
              <a:rPr lang="en-GB" dirty="0"/>
              <a:t>Logical thinking side</a:t>
            </a:r>
          </a:p>
          <a:p>
            <a:pPr marL="228600" indent="-228600">
              <a:buAutoNum type="arabicPeriod"/>
            </a:pPr>
            <a:r>
              <a:rPr lang="en-GB" dirty="0"/>
              <a:t>Emotional thinking</a:t>
            </a:r>
          </a:p>
          <a:p>
            <a:pPr marL="0" indent="0">
              <a:buNone/>
            </a:pPr>
            <a:r>
              <a:rPr lang="en-IN" dirty="0"/>
              <a:t>H</a:t>
            </a:r>
            <a:r>
              <a:rPr lang="en-US" dirty="0"/>
              <a:t>ow do we make decisions when we are faced with choices, what is that one that makes us believe A versus B</a:t>
            </a:r>
          </a:p>
          <a:p>
            <a:pPr marL="0" indent="0">
              <a:buNone/>
            </a:pPr>
            <a:r>
              <a:rPr lang="en-GB" dirty="0"/>
              <a:t>Science has revelled us that almost all kinds of decisions, the emotional side of the brain is predominant and stories speak to emotions</a:t>
            </a:r>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5</a:t>
            </a:fld>
            <a:endParaRPr lang="en-US"/>
          </a:p>
        </p:txBody>
      </p:sp>
    </p:spTree>
    <p:extLst>
      <p:ext uri="{BB962C8B-B14F-4D97-AF65-F5344CB8AC3E}">
        <p14:creationId xmlns:p14="http://schemas.microsoft.com/office/powerpoint/2010/main" val="1581506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Build contrast, contrast is one of the most powerful devices in storytelling</a:t>
            </a:r>
          </a:p>
          <a:p>
            <a:r>
              <a:rPr lang="en-GB" dirty="0"/>
              <a:t>Day-night, rich-poor, good-bad, hero-villain </a:t>
            </a:r>
          </a:p>
          <a:p>
            <a:r>
              <a:rPr lang="en-GB" dirty="0"/>
              <a:t>It’s in the world of contrast that stories live</a:t>
            </a:r>
          </a:p>
          <a:p>
            <a:endParaRPr lang="en-GB" dirty="0"/>
          </a:p>
          <a:p>
            <a:r>
              <a:rPr lang="en-GB" dirty="0"/>
              <a:t>We need to bring something like what is versus what can be</a:t>
            </a:r>
          </a:p>
          <a:p>
            <a:r>
              <a:rPr lang="en-GB" dirty="0"/>
              <a:t>Modi example </a:t>
            </a:r>
          </a:p>
          <a:p>
            <a:r>
              <a:rPr lang="en-GB" dirty="0"/>
              <a:t>Don’t limit yourself to the contrast of problems &amp; solutions which is again oblivious</a:t>
            </a:r>
          </a:p>
          <a:p>
            <a:r>
              <a:rPr lang="en-GB" dirty="0"/>
              <a:t>This guy was operating from the place called sympathy</a:t>
            </a:r>
          </a:p>
          <a:p>
            <a:r>
              <a:rPr lang="en-GB" dirty="0"/>
              <a:t>But what she did was empathy </a:t>
            </a:r>
          </a:p>
          <a:p>
            <a:r>
              <a:rPr lang="en-GB" dirty="0"/>
              <a:t>What you can do and what I can’t </a:t>
            </a:r>
          </a:p>
          <a:p>
            <a:r>
              <a:rPr lang="en-GB" dirty="0"/>
              <a:t>Draw and build on that contrast </a:t>
            </a:r>
          </a:p>
          <a:p>
            <a:endParaRPr lang="en-GB" dirty="0"/>
          </a:p>
          <a:p>
            <a:endParaRPr lang="en-GB"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6</a:t>
            </a:fld>
            <a:endParaRPr lang="en-US"/>
          </a:p>
        </p:txBody>
      </p:sp>
    </p:spTree>
    <p:extLst>
      <p:ext uri="{BB962C8B-B14F-4D97-AF65-F5344CB8AC3E}">
        <p14:creationId xmlns:p14="http://schemas.microsoft.com/office/powerpoint/2010/main" val="5914608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Modi Speech</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https://youtu.be/JrKlYLxrGo4</a:t>
            </a:r>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7</a:t>
            </a:fld>
            <a:endParaRPr lang="en-US"/>
          </a:p>
        </p:txBody>
      </p:sp>
    </p:spTree>
    <p:extLst>
      <p:ext uri="{BB962C8B-B14F-4D97-AF65-F5344CB8AC3E}">
        <p14:creationId xmlns:p14="http://schemas.microsoft.com/office/powerpoint/2010/main" val="17605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How you say something is as important as what you say</a:t>
            </a:r>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8</a:t>
            </a:fld>
            <a:endParaRPr lang="en-US"/>
          </a:p>
        </p:txBody>
      </p:sp>
    </p:spTree>
    <p:extLst>
      <p:ext uri="{BB962C8B-B14F-4D97-AF65-F5344CB8AC3E}">
        <p14:creationId xmlns:p14="http://schemas.microsoft.com/office/powerpoint/2010/main" val="32746145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How you say something is as important as what you say</a:t>
            </a:r>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9</a:t>
            </a:fld>
            <a:endParaRPr lang="en-US"/>
          </a:p>
        </p:txBody>
      </p:sp>
    </p:spTree>
    <p:extLst>
      <p:ext uri="{BB962C8B-B14F-4D97-AF65-F5344CB8AC3E}">
        <p14:creationId xmlns:p14="http://schemas.microsoft.com/office/powerpoint/2010/main" val="39241628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How you say something is as important as what you say</a:t>
            </a:r>
          </a:p>
          <a:p>
            <a:r>
              <a:rPr lang="en-IN" dirty="0"/>
              <a:t>Stories that come from falsehood have very short shelf life</a:t>
            </a:r>
          </a:p>
          <a:p>
            <a:r>
              <a:rPr lang="en-IN" dirty="0"/>
              <a:t>Stories have to be authentic </a:t>
            </a:r>
          </a:p>
          <a:p>
            <a:r>
              <a:rPr lang="en-IN" dirty="0"/>
              <a:t>Stories have to be truthful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They have to be based on facts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They have to be based on data</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And data has to be truthful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As we saw in this example truth alone isn’t enough</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That guy was telling the truth, I am blind please help, it doesn’t work</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It needs to be stated beautifully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That’s why truth has to meet well told</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And that well told is articulation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And that well told is presentation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And that well told is visualization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Is use of metaphor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Is use of contrast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Is use of anecdotes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Is use of emotions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When well told meets the well told then it becomes a story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There are people who said no to you and your friendship has broken and there are other who have told you no and you are still friends with them and the difference is how they said it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Use an example of performance appraisal, where boss would have been honest and he would have told everything and you would have come out crying and you would have hated him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And there is another boss he also would have stated the similar adequacies, but in a way that you come out and still want to work with him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It’s not what you said, but how you said would make all the difference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endParaRPr lang="en-IN" dirty="0"/>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10</a:t>
            </a:fld>
            <a:endParaRPr lang="en-US"/>
          </a:p>
        </p:txBody>
      </p:sp>
    </p:spTree>
    <p:extLst>
      <p:ext uri="{BB962C8B-B14F-4D97-AF65-F5344CB8AC3E}">
        <p14:creationId xmlns:p14="http://schemas.microsoft.com/office/powerpoint/2010/main" val="2105432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When you can see that </a:t>
            </a:r>
            <a:r>
              <a:rPr lang="en-IN" dirty="0" err="1"/>
              <a:t>dubba</a:t>
            </a:r>
            <a:r>
              <a:rPr lang="en-IN" dirty="0"/>
              <a:t> there, you don’t have to say it…</a:t>
            </a:r>
          </a:p>
          <a:p>
            <a:r>
              <a:rPr lang="en-IN" dirty="0"/>
              <a:t>Most of our presentations would be obvious, </a:t>
            </a:r>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11</a:t>
            </a:fld>
            <a:endParaRPr lang="en-US"/>
          </a:p>
        </p:txBody>
      </p:sp>
    </p:spTree>
    <p:extLst>
      <p:ext uri="{BB962C8B-B14F-4D97-AF65-F5344CB8AC3E}">
        <p14:creationId xmlns:p14="http://schemas.microsoft.com/office/powerpoint/2010/main" val="2993279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Central to the story is conflict </a:t>
            </a:r>
          </a:p>
          <a:p>
            <a:r>
              <a:rPr lang="en-IN" dirty="0"/>
              <a:t>When there is no conflict there is no story </a:t>
            </a:r>
          </a:p>
          <a:p>
            <a:r>
              <a:rPr lang="en-IN" dirty="0"/>
              <a:t>Boy loves girl, </a:t>
            </a:r>
          </a:p>
          <a:p>
            <a:r>
              <a:rPr lang="en-IN" dirty="0"/>
              <a:t>Girl loves boy</a:t>
            </a:r>
          </a:p>
          <a:p>
            <a:r>
              <a:rPr lang="en-IN" dirty="0"/>
              <a:t>And they live happily ever after </a:t>
            </a:r>
          </a:p>
          <a:p>
            <a:r>
              <a:rPr lang="en-IN" dirty="0"/>
              <a:t>Nobody has </a:t>
            </a:r>
            <a:r>
              <a:rPr lang="en-IN" dirty="0" err="1"/>
              <a:t>hearsd</a:t>
            </a:r>
            <a:r>
              <a:rPr lang="en-IN" dirty="0"/>
              <a:t> that story</a:t>
            </a:r>
          </a:p>
          <a:p>
            <a:r>
              <a:rPr lang="en-IN" dirty="0"/>
              <a:t>Nobody has written hat book</a:t>
            </a:r>
          </a:p>
          <a:p>
            <a:r>
              <a:rPr lang="en-IN" dirty="0"/>
              <a:t>Nobody has seen that movie</a:t>
            </a:r>
          </a:p>
          <a:p>
            <a:r>
              <a:rPr lang="en-IN" dirty="0"/>
              <a:t>But if Boy loves girl, </a:t>
            </a:r>
          </a:p>
          <a:p>
            <a:r>
              <a:rPr lang="en-IN" dirty="0"/>
              <a:t>Girl loves boy</a:t>
            </a:r>
          </a:p>
          <a:p>
            <a:r>
              <a:rPr lang="en-IN" dirty="0"/>
              <a:t>And father says, </a:t>
            </a:r>
            <a:r>
              <a:rPr lang="en-IN" dirty="0" err="1"/>
              <a:t>nahi</a:t>
            </a:r>
            <a:r>
              <a:rPr lang="en-IN" dirty="0"/>
              <a:t> ye </a:t>
            </a:r>
            <a:r>
              <a:rPr lang="en-IN" dirty="0" err="1"/>
              <a:t>shadi</a:t>
            </a:r>
            <a:r>
              <a:rPr lang="en-IN" dirty="0"/>
              <a:t> </a:t>
            </a:r>
            <a:r>
              <a:rPr lang="en-IN" dirty="0" err="1"/>
              <a:t>nahi</a:t>
            </a:r>
            <a:r>
              <a:rPr lang="en-IN" dirty="0"/>
              <a:t> ho </a:t>
            </a:r>
            <a:r>
              <a:rPr lang="en-IN" dirty="0" err="1"/>
              <a:t>sakati</a:t>
            </a:r>
            <a:r>
              <a:rPr lang="en-IN" dirty="0"/>
              <a:t> </a:t>
            </a:r>
          </a:p>
          <a:p>
            <a:r>
              <a:rPr lang="en-IN" dirty="0"/>
              <a:t>If </a:t>
            </a:r>
            <a:r>
              <a:rPr lang="en-IN" dirty="0" err="1"/>
              <a:t>Lakshma</a:t>
            </a:r>
            <a:r>
              <a:rPr lang="en-IN" dirty="0"/>
              <a:t> would not have cut off the nose and left ear of </a:t>
            </a:r>
            <a:r>
              <a:rPr lang="en-IN" dirty="0" err="1"/>
              <a:t>shurpnaka</a:t>
            </a:r>
            <a:r>
              <a:rPr lang="en-IN" dirty="0"/>
              <a:t> </a:t>
            </a:r>
            <a:r>
              <a:rPr lang="en-US" sz="1200" b="0" i="0" kern="1200" dirty="0">
                <a:solidFill>
                  <a:schemeClr val="tx1"/>
                </a:solidFill>
                <a:effectLst/>
                <a:latin typeface="+mn-lt"/>
                <a:ea typeface="+mn-ea"/>
                <a:cs typeface="+mn-cs"/>
              </a:rPr>
              <a:t>we would not have Ramayana </a:t>
            </a:r>
            <a:endParaRPr lang="en-IN" dirty="0"/>
          </a:p>
          <a:p>
            <a:r>
              <a:rPr lang="en-IN" dirty="0"/>
              <a:t>If </a:t>
            </a:r>
            <a:r>
              <a:rPr lang="en-IN" dirty="0" err="1"/>
              <a:t>kouravasa</a:t>
            </a:r>
            <a:r>
              <a:rPr lang="en-IN" dirty="0"/>
              <a:t> have happily given what was belongs </a:t>
            </a:r>
            <a:r>
              <a:rPr lang="en-IN" dirty="0" err="1"/>
              <a:t>pandavas</a:t>
            </a:r>
            <a:r>
              <a:rPr lang="en-IN" dirty="0"/>
              <a:t> there would not have Mahabharata</a:t>
            </a:r>
          </a:p>
          <a:p>
            <a:r>
              <a:rPr lang="en-IN" dirty="0"/>
              <a:t>If </a:t>
            </a:r>
            <a:r>
              <a:rPr lang="en-IN" dirty="0" err="1"/>
              <a:t>babuji</a:t>
            </a:r>
            <a:r>
              <a:rPr lang="en-IN" dirty="0"/>
              <a:t> would have agreed for Raj &amp; </a:t>
            </a:r>
            <a:r>
              <a:rPr lang="en-IN" dirty="0" err="1"/>
              <a:t>Simaran</a:t>
            </a:r>
            <a:r>
              <a:rPr lang="en-IN" dirty="0"/>
              <a:t> there would not have DDLJ</a:t>
            </a:r>
          </a:p>
          <a:p>
            <a:r>
              <a:rPr lang="en-IN" dirty="0"/>
              <a:t>If there is no conflict there is </a:t>
            </a:r>
            <a:r>
              <a:rPr lang="en-IN"/>
              <a:t>no story</a:t>
            </a:r>
            <a:endParaRPr lang="en-IN" dirty="0"/>
          </a:p>
          <a:p>
            <a:endParaRPr lang="en-IN" dirty="0"/>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12</a:t>
            </a:fld>
            <a:endParaRPr lang="en-US"/>
          </a:p>
        </p:txBody>
      </p:sp>
    </p:spTree>
    <p:extLst>
      <p:ext uri="{BB962C8B-B14F-4D97-AF65-F5344CB8AC3E}">
        <p14:creationId xmlns:p14="http://schemas.microsoft.com/office/powerpoint/2010/main" val="547601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first is the ramble.</a:t>
            </a:r>
          </a:p>
          <a:p>
            <a:r>
              <a:rPr lang="en-GB" sz="1200" b="0" i="0" kern="1200" dirty="0">
                <a:solidFill>
                  <a:schemeClr val="tx1"/>
                </a:solidFill>
                <a:effectLst/>
                <a:latin typeface="+mn-lt"/>
                <a:ea typeface="+mn-ea"/>
                <a:cs typeface="+mn-cs"/>
              </a:rPr>
              <a:t>So many speakers think that they can just come and wing it.</a:t>
            </a:r>
          </a:p>
          <a:p>
            <a:r>
              <a:rPr lang="en-GB" sz="1200" b="0" i="0" kern="1200" dirty="0">
                <a:solidFill>
                  <a:schemeClr val="tx1"/>
                </a:solidFill>
                <a:effectLst/>
                <a:latin typeface="+mn-lt"/>
                <a:ea typeface="+mn-ea"/>
                <a:cs typeface="+mn-cs"/>
              </a:rPr>
              <a:t>They come under-prepared to a speaking occasion and they</a:t>
            </a:r>
          </a:p>
          <a:p>
            <a:r>
              <a:rPr lang="en-GB" sz="1200" b="0" i="0" kern="1200" dirty="0">
                <a:solidFill>
                  <a:schemeClr val="tx1"/>
                </a:solidFill>
                <a:effectLst/>
                <a:latin typeface="+mn-lt"/>
                <a:ea typeface="+mn-ea"/>
                <a:cs typeface="+mn-cs"/>
              </a:rPr>
              <a:t>just talk about one thing that's on</a:t>
            </a:r>
          </a:p>
          <a:p>
            <a:r>
              <a:rPr lang="en-GB" sz="1200" b="0" i="0" kern="1200" dirty="0">
                <a:solidFill>
                  <a:schemeClr val="tx1"/>
                </a:solidFill>
                <a:effectLst/>
                <a:latin typeface="+mn-lt"/>
                <a:ea typeface="+mn-ea"/>
                <a:cs typeface="+mn-cs"/>
              </a:rPr>
              <a:t>their mind and then they shift to another and they go,</a:t>
            </a:r>
          </a:p>
          <a:p>
            <a:r>
              <a:rPr lang="en-GB" sz="1200" b="0" i="0" kern="1200" dirty="0">
                <a:solidFill>
                  <a:schemeClr val="tx1"/>
                </a:solidFill>
                <a:effectLst/>
                <a:latin typeface="+mn-lt"/>
                <a:ea typeface="+mn-ea"/>
                <a:cs typeface="+mn-cs"/>
              </a:rPr>
              <a:t>oh, yes, and another thing that I just must mention before I stop</a:t>
            </a:r>
          </a:p>
          <a:p>
            <a:r>
              <a:rPr lang="en-GB" sz="1200" b="0" i="0" kern="1200" dirty="0">
                <a:solidFill>
                  <a:schemeClr val="tx1"/>
                </a:solidFill>
                <a:effectLst/>
                <a:latin typeface="+mn-lt"/>
                <a:ea typeface="+mn-ea"/>
                <a:cs typeface="+mn-cs"/>
              </a:rPr>
              <a:t>is and the audience doesn't know where they are heading.</a:t>
            </a:r>
          </a:p>
          <a:p>
            <a:r>
              <a:rPr lang="en-GB" sz="1200" b="0" i="0" kern="1200" dirty="0">
                <a:solidFill>
                  <a:schemeClr val="tx1"/>
                </a:solidFill>
                <a:effectLst/>
                <a:latin typeface="+mn-lt"/>
                <a:ea typeface="+mn-ea"/>
                <a:cs typeface="+mn-cs"/>
              </a:rPr>
              <a:t>There's no connection between these different parts.</a:t>
            </a:r>
          </a:p>
          <a:p>
            <a:r>
              <a:rPr lang="en-GB" sz="1200" b="0" i="0" kern="1200" dirty="0">
                <a:solidFill>
                  <a:schemeClr val="tx1"/>
                </a:solidFill>
                <a:effectLst/>
                <a:latin typeface="+mn-lt"/>
                <a:ea typeface="+mn-ea"/>
                <a:cs typeface="+mn-cs"/>
              </a:rPr>
              <a:t>The speaker may think that, hey,</a:t>
            </a:r>
          </a:p>
          <a:p>
            <a:r>
              <a:rPr lang="en-GB" sz="1200" b="0" i="0" kern="1200" dirty="0">
                <a:solidFill>
                  <a:schemeClr val="tx1"/>
                </a:solidFill>
                <a:effectLst/>
                <a:latin typeface="+mn-lt"/>
                <a:ea typeface="+mn-ea"/>
                <a:cs typeface="+mn-cs"/>
              </a:rPr>
              <a:t>all of this is interesting,</a:t>
            </a:r>
          </a:p>
          <a:p>
            <a:r>
              <a:rPr lang="en-GB" sz="1200" b="0" i="0" kern="1200" dirty="0">
                <a:solidFill>
                  <a:schemeClr val="tx1"/>
                </a:solidFill>
                <a:effectLst/>
                <a:latin typeface="+mn-lt"/>
                <a:ea typeface="+mn-ea"/>
                <a:cs typeface="+mn-cs"/>
              </a:rPr>
              <a:t>I'm an interesting person,</a:t>
            </a:r>
          </a:p>
          <a:p>
            <a:r>
              <a:rPr lang="en-GB" sz="1200" b="0" i="0" kern="1200" dirty="0">
                <a:solidFill>
                  <a:schemeClr val="tx1"/>
                </a:solidFill>
                <a:effectLst/>
                <a:latin typeface="+mn-lt"/>
                <a:ea typeface="+mn-ea"/>
                <a:cs typeface="+mn-cs"/>
              </a:rPr>
              <a:t>look at me, the audience experience is just one of deep frustration. Don't ramble.</a:t>
            </a:r>
          </a:p>
          <a:p>
            <a:r>
              <a:rPr lang="en-GB" sz="1200" b="0" i="0" kern="1200" dirty="0">
                <a:solidFill>
                  <a:schemeClr val="tx1"/>
                </a:solidFill>
                <a:effectLst/>
                <a:latin typeface="+mn-lt"/>
                <a:ea typeface="+mn-ea"/>
                <a:cs typeface="+mn-cs"/>
              </a:rPr>
              <a:t>You owe it to our audience to prepare a connected talk.</a:t>
            </a:r>
          </a:p>
          <a:p>
            <a:endParaRPr lang="en-US" dirty="0"/>
          </a:p>
        </p:txBody>
      </p:sp>
      <p:sp>
        <p:nvSpPr>
          <p:cNvPr id="4" name="Slide Number Placeholder 3"/>
          <p:cNvSpPr>
            <a:spLocks noGrp="1"/>
          </p:cNvSpPr>
          <p:nvPr>
            <p:ph type="sldNum" sz="quarter" idx="5"/>
          </p:nvPr>
        </p:nvSpPr>
        <p:spPr/>
        <p:txBody>
          <a:bodyPr/>
          <a:lstStyle/>
          <a:p>
            <a:fld id="{636F9E20-B887-4600-B1E3-3C3A8AFB3A82}" type="slidenum">
              <a:rPr lang="en-US" smtClean="0"/>
              <a:pPr/>
              <a:t>14</a:t>
            </a:fld>
            <a:endParaRPr lang="en-US"/>
          </a:p>
        </p:txBody>
      </p:sp>
    </p:spTree>
    <p:extLst>
      <p:ext uri="{BB962C8B-B14F-4D97-AF65-F5344CB8AC3E}">
        <p14:creationId xmlns:p14="http://schemas.microsoft.com/office/powerpoint/2010/main" val="3137435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A1A3-F34F-4638-8234-C70FB0917568}"/>
              </a:ext>
            </a:extLst>
          </p:cNvPr>
          <p:cNvSpPr>
            <a:spLocks noGrp="1"/>
          </p:cNvSpPr>
          <p:nvPr>
            <p:ph type="title"/>
          </p:nvPr>
        </p:nvSpPr>
        <p:spPr>
          <a:xfrm>
            <a:off x="319882" y="317501"/>
            <a:ext cx="11510167" cy="654050"/>
          </a:xfrm>
          <a:prstGeom prst="rect">
            <a:avLst/>
          </a:prstGeom>
        </p:spPr>
        <p:txBody>
          <a:bodyPr>
            <a:normAutofit/>
          </a:bodyPr>
          <a:lstStyle>
            <a:lvl1pPr>
              <a:defRPr lang="en-US" sz="4000" kern="1200" cap="all" dirty="0">
                <a:solidFill>
                  <a:srgbClr val="333333"/>
                </a:solidFill>
                <a:latin typeface="Proxima Nova ExCn Rg" panose="02000506030000020004" pitchFamily="50" charset="0"/>
                <a:ea typeface="+mn-ea"/>
                <a:cs typeface="+mn-cs"/>
              </a:defRPr>
            </a:lvl1pPr>
          </a:lstStyle>
          <a:p>
            <a:r>
              <a:rPr lang="en-US" dirty="0"/>
              <a:t>Click to edit Master title style</a:t>
            </a:r>
          </a:p>
        </p:txBody>
      </p:sp>
      <p:sp>
        <p:nvSpPr>
          <p:cNvPr id="3" name="Content Placeholder 2">
            <a:extLst>
              <a:ext uri="{FF2B5EF4-FFF2-40B4-BE49-F238E27FC236}">
                <a16:creationId xmlns:a16="http://schemas.microsoft.com/office/drawing/2014/main" id="{F13EF6D8-3A27-4548-A238-9F971A575DDC}"/>
              </a:ext>
            </a:extLst>
          </p:cNvPr>
          <p:cNvSpPr>
            <a:spLocks noGrp="1"/>
          </p:cNvSpPr>
          <p:nvPr>
            <p:ph idx="1"/>
          </p:nvPr>
        </p:nvSpPr>
        <p:spPr>
          <a:xfrm>
            <a:off x="319883" y="1090612"/>
            <a:ext cx="11510166" cy="4351338"/>
          </a:xfrm>
          <a:prstGeom prst="rect">
            <a:avLst/>
          </a:prstGeom>
        </p:spPr>
        <p:txBody>
          <a:bodyPr/>
          <a:lstStyle>
            <a:lvl1pPr>
              <a:defRPr>
                <a:latin typeface="Proxima Nova Cn Rg" panose="02000506030000020004" pitchFamily="50" charset="0"/>
                <a:ea typeface="Source Sans Pro" panose="020B0503030403020204" pitchFamily="34" charset="0"/>
              </a:defRPr>
            </a:lvl1pPr>
            <a:lvl2pPr>
              <a:defRPr>
                <a:latin typeface="Proxima Nova Cn Rg" panose="02000506030000020004" pitchFamily="50" charset="0"/>
                <a:ea typeface="Source Sans Pro" panose="020B0503030403020204" pitchFamily="34" charset="0"/>
              </a:defRPr>
            </a:lvl2pPr>
            <a:lvl3pPr>
              <a:defRPr>
                <a:latin typeface="Proxima Nova Cn Rg" panose="02000506030000020004" pitchFamily="50" charset="0"/>
                <a:ea typeface="Source Sans Pro" panose="020B0503030403020204" pitchFamily="34" charset="0"/>
              </a:defRPr>
            </a:lvl3pPr>
            <a:lvl4pPr>
              <a:defRPr>
                <a:latin typeface="Proxima Nova Cn Rg" panose="02000506030000020004" pitchFamily="50" charset="0"/>
                <a:ea typeface="Source Sans Pro" panose="020B0503030403020204" pitchFamily="34" charset="0"/>
              </a:defRPr>
            </a:lvl4pPr>
            <a:lvl5pPr>
              <a:defRPr>
                <a:latin typeface="Proxima Nova Cn Rg" panose="02000506030000020004" pitchFamily="50" charset="0"/>
                <a:ea typeface="Source Sans Pro" panose="020B0503030403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245AA0-3442-4A22-965B-D1CFA56270E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1/19/2019</a:t>
            </a:fld>
            <a:endParaRPr lang="en-US"/>
          </a:p>
        </p:txBody>
      </p:sp>
      <p:sp>
        <p:nvSpPr>
          <p:cNvPr id="5" name="Footer Placeholder 4">
            <a:extLst>
              <a:ext uri="{FF2B5EF4-FFF2-40B4-BE49-F238E27FC236}">
                <a16:creationId xmlns:a16="http://schemas.microsoft.com/office/drawing/2014/main" id="{F77AE0DF-339F-4041-BE2D-C5DD9DEBF84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90C14B-A121-4FC5-B531-3EB6B38409A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4157364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A1A3-F34F-4638-8234-C70FB0917568}"/>
              </a:ext>
            </a:extLst>
          </p:cNvPr>
          <p:cNvSpPr>
            <a:spLocks noGrp="1"/>
          </p:cNvSpPr>
          <p:nvPr>
            <p:ph type="title"/>
          </p:nvPr>
        </p:nvSpPr>
        <p:spPr>
          <a:xfrm>
            <a:off x="319882" y="317501"/>
            <a:ext cx="11510167" cy="654050"/>
          </a:xfrm>
          <a:prstGeom prst="rect">
            <a:avLst/>
          </a:prstGeom>
        </p:spPr>
        <p:txBody>
          <a:bodyPr>
            <a:normAutofit/>
          </a:bodyPr>
          <a:lstStyle>
            <a:lvl1pPr>
              <a:defRPr lang="en-US" sz="4000" kern="1200" cap="all" dirty="0">
                <a:solidFill>
                  <a:srgbClr val="333333"/>
                </a:solidFill>
                <a:latin typeface="Capsuula" panose="02000506000000020004" pitchFamily="2" charset="0"/>
                <a:ea typeface="+mn-ea"/>
                <a:cs typeface="+mn-cs"/>
              </a:defRPr>
            </a:lvl1pPr>
          </a:lstStyle>
          <a:p>
            <a:r>
              <a:rPr lang="en-US" dirty="0"/>
              <a:t>Click to edit Master title style</a:t>
            </a:r>
          </a:p>
        </p:txBody>
      </p:sp>
      <p:sp>
        <p:nvSpPr>
          <p:cNvPr id="3" name="Content Placeholder 2">
            <a:extLst>
              <a:ext uri="{FF2B5EF4-FFF2-40B4-BE49-F238E27FC236}">
                <a16:creationId xmlns:a16="http://schemas.microsoft.com/office/drawing/2014/main" id="{F13EF6D8-3A27-4548-A238-9F971A575DDC}"/>
              </a:ext>
            </a:extLst>
          </p:cNvPr>
          <p:cNvSpPr>
            <a:spLocks noGrp="1"/>
          </p:cNvSpPr>
          <p:nvPr>
            <p:ph idx="1"/>
          </p:nvPr>
        </p:nvSpPr>
        <p:spPr>
          <a:xfrm>
            <a:off x="319883" y="1090612"/>
            <a:ext cx="11510166" cy="4351338"/>
          </a:xfrm>
          <a:prstGeom prst="rect">
            <a:avLst/>
          </a:prstGeom>
        </p:spPr>
        <p:txBody>
          <a:bodyPr/>
          <a:lstStyle>
            <a:lvl1pPr>
              <a:defRPr>
                <a:latin typeface="Proxima Nova Cn Rg" panose="02000506030000020004" pitchFamily="50" charset="0"/>
                <a:ea typeface="Source Sans Pro" panose="020B0503030403020204" pitchFamily="34" charset="0"/>
              </a:defRPr>
            </a:lvl1pPr>
            <a:lvl2pPr>
              <a:defRPr>
                <a:latin typeface="Proxima Nova Cn Rg" panose="02000506030000020004" pitchFamily="50" charset="0"/>
                <a:ea typeface="Source Sans Pro" panose="020B0503030403020204" pitchFamily="34" charset="0"/>
              </a:defRPr>
            </a:lvl2pPr>
            <a:lvl3pPr>
              <a:defRPr>
                <a:latin typeface="Proxima Nova Cn Rg" panose="02000506030000020004" pitchFamily="50" charset="0"/>
                <a:ea typeface="Source Sans Pro" panose="020B0503030403020204" pitchFamily="34" charset="0"/>
              </a:defRPr>
            </a:lvl3pPr>
            <a:lvl4pPr>
              <a:defRPr>
                <a:latin typeface="Proxima Nova Cn Rg" panose="02000506030000020004" pitchFamily="50" charset="0"/>
                <a:ea typeface="Source Sans Pro" panose="020B0503030403020204" pitchFamily="34" charset="0"/>
              </a:defRPr>
            </a:lvl4pPr>
            <a:lvl5pPr>
              <a:defRPr>
                <a:latin typeface="Proxima Nova Cn Rg" panose="02000506030000020004" pitchFamily="50" charset="0"/>
                <a:ea typeface="Source Sans Pro" panose="020B0503030403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245AA0-3442-4A22-965B-D1CFA56270E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1/19/2019</a:t>
            </a:fld>
            <a:endParaRPr lang="en-US"/>
          </a:p>
        </p:txBody>
      </p:sp>
      <p:sp>
        <p:nvSpPr>
          <p:cNvPr id="5" name="Footer Placeholder 4">
            <a:extLst>
              <a:ext uri="{FF2B5EF4-FFF2-40B4-BE49-F238E27FC236}">
                <a16:creationId xmlns:a16="http://schemas.microsoft.com/office/drawing/2014/main" id="{F77AE0DF-339F-4041-BE2D-C5DD9DEBF84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90C14B-A121-4FC5-B531-3EB6B38409A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3083113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58B92-C2C2-4D92-AC41-E2D2D85B460D}"/>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E92856-56B1-4D91-BB72-909EB7E510E0}"/>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2E3F4B-FE6D-40ED-A9F5-BC0F46321DF2}"/>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1/19/2019</a:t>
            </a:fld>
            <a:endParaRPr lang="en-US"/>
          </a:p>
        </p:txBody>
      </p:sp>
      <p:sp>
        <p:nvSpPr>
          <p:cNvPr id="5" name="Footer Placeholder 4">
            <a:extLst>
              <a:ext uri="{FF2B5EF4-FFF2-40B4-BE49-F238E27FC236}">
                <a16:creationId xmlns:a16="http://schemas.microsoft.com/office/drawing/2014/main" id="{58AA0BA8-F0B1-4DDF-A0FD-BC203FA393C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83AD9A5-2112-4533-A1CB-0CA6A0A44213}"/>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1166541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A1A3-F34F-4638-8234-C70FB0917568}"/>
              </a:ext>
            </a:extLst>
          </p:cNvPr>
          <p:cNvSpPr>
            <a:spLocks noGrp="1"/>
          </p:cNvSpPr>
          <p:nvPr>
            <p:ph type="title"/>
          </p:nvPr>
        </p:nvSpPr>
        <p:spPr>
          <a:xfrm>
            <a:off x="142240" y="121075"/>
            <a:ext cx="11893973" cy="654050"/>
          </a:xfrm>
          <a:prstGeom prst="rect">
            <a:avLst/>
          </a:prstGeom>
        </p:spPr>
        <p:txBody>
          <a:bodyPr>
            <a:normAutofit/>
          </a:bodyPr>
          <a:lstStyle>
            <a:lvl1pPr>
              <a:defRPr lang="en-US" sz="4000" kern="1200" cap="all" dirty="0">
                <a:solidFill>
                  <a:srgbClr val="333333"/>
                </a:solidFill>
                <a:latin typeface="Capsuula" panose="02000506000000020004" pitchFamily="2" charset="0"/>
                <a:ea typeface="+mn-ea"/>
                <a:cs typeface="+mn-cs"/>
              </a:defRPr>
            </a:lvl1pPr>
          </a:lstStyle>
          <a:p>
            <a:r>
              <a:rPr lang="en-US" dirty="0"/>
              <a:t>Click to edit Master title style</a:t>
            </a:r>
          </a:p>
        </p:txBody>
      </p:sp>
      <p:sp>
        <p:nvSpPr>
          <p:cNvPr id="3" name="Content Placeholder 2">
            <a:extLst>
              <a:ext uri="{FF2B5EF4-FFF2-40B4-BE49-F238E27FC236}">
                <a16:creationId xmlns:a16="http://schemas.microsoft.com/office/drawing/2014/main" id="{F13EF6D8-3A27-4548-A238-9F971A575DDC}"/>
              </a:ext>
            </a:extLst>
          </p:cNvPr>
          <p:cNvSpPr>
            <a:spLocks noGrp="1"/>
          </p:cNvSpPr>
          <p:nvPr>
            <p:ph idx="1"/>
          </p:nvPr>
        </p:nvSpPr>
        <p:spPr>
          <a:xfrm>
            <a:off x="142239" y="894185"/>
            <a:ext cx="11893973" cy="4351338"/>
          </a:xfrm>
          <a:prstGeom prst="rect">
            <a:avLst/>
          </a:prstGeom>
        </p:spPr>
        <p:txBody>
          <a:bodyPr/>
          <a:lstStyle>
            <a:lvl1pPr>
              <a:defRPr>
                <a:latin typeface="Proxima Nova Cn Rg" panose="02000506030000020004" pitchFamily="50" charset="0"/>
                <a:ea typeface="Source Sans Pro" panose="020B0503030403020204" pitchFamily="34" charset="0"/>
              </a:defRPr>
            </a:lvl1pPr>
            <a:lvl2pPr>
              <a:defRPr>
                <a:latin typeface="Proxima Nova Cn Rg" panose="02000506030000020004" pitchFamily="50" charset="0"/>
                <a:ea typeface="Source Sans Pro" panose="020B0503030403020204" pitchFamily="34" charset="0"/>
              </a:defRPr>
            </a:lvl2pPr>
            <a:lvl3pPr>
              <a:defRPr>
                <a:latin typeface="Proxima Nova Cn Rg" panose="02000506030000020004" pitchFamily="50" charset="0"/>
                <a:ea typeface="Source Sans Pro" panose="020B0503030403020204" pitchFamily="34" charset="0"/>
              </a:defRPr>
            </a:lvl3pPr>
            <a:lvl4pPr>
              <a:defRPr>
                <a:latin typeface="Proxima Nova Cn Rg" panose="02000506030000020004" pitchFamily="50" charset="0"/>
                <a:ea typeface="Source Sans Pro" panose="020B0503030403020204" pitchFamily="34" charset="0"/>
              </a:defRPr>
            </a:lvl4pPr>
            <a:lvl5pPr>
              <a:defRPr>
                <a:latin typeface="Proxima Nova Cn Rg" panose="02000506030000020004" pitchFamily="50" charset="0"/>
                <a:ea typeface="Source Sans Pro" panose="020B0503030403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245AA0-3442-4A22-965B-D1CFA56270E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1/19/2019</a:t>
            </a:fld>
            <a:endParaRPr lang="en-US"/>
          </a:p>
        </p:txBody>
      </p:sp>
      <p:sp>
        <p:nvSpPr>
          <p:cNvPr id="5" name="Footer Placeholder 4">
            <a:extLst>
              <a:ext uri="{FF2B5EF4-FFF2-40B4-BE49-F238E27FC236}">
                <a16:creationId xmlns:a16="http://schemas.microsoft.com/office/drawing/2014/main" id="{F77AE0DF-339F-4041-BE2D-C5DD9DEBF84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90C14B-A121-4FC5-B531-3EB6B38409A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532861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1A1A3-F34F-4638-8234-C70FB0917568}"/>
              </a:ext>
            </a:extLst>
          </p:cNvPr>
          <p:cNvSpPr>
            <a:spLocks noGrp="1"/>
          </p:cNvSpPr>
          <p:nvPr>
            <p:ph type="title"/>
          </p:nvPr>
        </p:nvSpPr>
        <p:spPr>
          <a:xfrm>
            <a:off x="182880" y="148175"/>
            <a:ext cx="11785600" cy="654050"/>
          </a:xfrm>
          <a:prstGeom prst="rect">
            <a:avLst/>
          </a:prstGeom>
        </p:spPr>
        <p:txBody>
          <a:bodyPr>
            <a:normAutofit/>
          </a:bodyPr>
          <a:lstStyle>
            <a:lvl1pPr>
              <a:defRPr lang="en-US" sz="4000" kern="1200" cap="all" dirty="0">
                <a:solidFill>
                  <a:srgbClr val="333333"/>
                </a:solidFill>
                <a:latin typeface="Proxima Nova ExCn Rg" panose="02000506030000020004" pitchFamily="50" charset="0"/>
                <a:ea typeface="+mn-ea"/>
                <a:cs typeface="+mn-cs"/>
              </a:defRPr>
            </a:lvl1pPr>
          </a:lstStyle>
          <a:p>
            <a:r>
              <a:rPr lang="en-US" dirty="0"/>
              <a:t>Click to edit Master title style</a:t>
            </a:r>
          </a:p>
        </p:txBody>
      </p:sp>
      <p:sp>
        <p:nvSpPr>
          <p:cNvPr id="3" name="Content Placeholder 2">
            <a:extLst>
              <a:ext uri="{FF2B5EF4-FFF2-40B4-BE49-F238E27FC236}">
                <a16:creationId xmlns:a16="http://schemas.microsoft.com/office/drawing/2014/main" id="{F13EF6D8-3A27-4548-A238-9F971A575DDC}"/>
              </a:ext>
            </a:extLst>
          </p:cNvPr>
          <p:cNvSpPr>
            <a:spLocks noGrp="1"/>
          </p:cNvSpPr>
          <p:nvPr>
            <p:ph idx="1"/>
          </p:nvPr>
        </p:nvSpPr>
        <p:spPr>
          <a:xfrm>
            <a:off x="182880" y="928052"/>
            <a:ext cx="11785600" cy="4351338"/>
          </a:xfrm>
          <a:prstGeom prst="rect">
            <a:avLst/>
          </a:prstGeom>
        </p:spPr>
        <p:txBody>
          <a:bodyPr/>
          <a:lstStyle>
            <a:lvl1pPr>
              <a:defRPr>
                <a:latin typeface="Proxima Nova Cn Rg" panose="02000506030000020004" pitchFamily="50" charset="0"/>
                <a:ea typeface="Source Sans Pro" panose="020B0503030403020204" pitchFamily="34" charset="0"/>
              </a:defRPr>
            </a:lvl1pPr>
            <a:lvl2pPr>
              <a:defRPr>
                <a:latin typeface="Proxima Nova Cn Rg" panose="02000506030000020004" pitchFamily="50" charset="0"/>
                <a:ea typeface="Source Sans Pro" panose="020B0503030403020204" pitchFamily="34" charset="0"/>
              </a:defRPr>
            </a:lvl2pPr>
            <a:lvl3pPr>
              <a:defRPr>
                <a:latin typeface="Proxima Nova Cn Rg" panose="02000506030000020004" pitchFamily="50" charset="0"/>
                <a:ea typeface="Source Sans Pro" panose="020B0503030403020204" pitchFamily="34" charset="0"/>
              </a:defRPr>
            </a:lvl3pPr>
            <a:lvl4pPr>
              <a:defRPr>
                <a:latin typeface="Proxima Nova Cn Rg" panose="02000506030000020004" pitchFamily="50" charset="0"/>
                <a:ea typeface="Source Sans Pro" panose="020B0503030403020204" pitchFamily="34" charset="0"/>
              </a:defRPr>
            </a:lvl4pPr>
            <a:lvl5pPr>
              <a:defRPr>
                <a:latin typeface="Proxima Nova Cn Rg" panose="02000506030000020004" pitchFamily="50" charset="0"/>
                <a:ea typeface="Source Sans Pro" panose="020B0503030403020204" pitchFamily="34" charset="0"/>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245AA0-3442-4A22-965B-D1CFA56270E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1/19/2019</a:t>
            </a:fld>
            <a:endParaRPr lang="en-US"/>
          </a:p>
        </p:txBody>
      </p:sp>
      <p:sp>
        <p:nvSpPr>
          <p:cNvPr id="5" name="Footer Placeholder 4">
            <a:extLst>
              <a:ext uri="{FF2B5EF4-FFF2-40B4-BE49-F238E27FC236}">
                <a16:creationId xmlns:a16="http://schemas.microsoft.com/office/drawing/2014/main" id="{F77AE0DF-339F-4041-BE2D-C5DD9DEBF84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390C14B-A121-4FC5-B531-3EB6B38409A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19010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9FE7D62-D573-4E1E-A2D5-9E747E2F0855}"/>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1/19/2019</a:t>
            </a:fld>
            <a:endParaRPr lang="en-US"/>
          </a:p>
        </p:txBody>
      </p:sp>
      <p:sp>
        <p:nvSpPr>
          <p:cNvPr id="4" name="Footer Placeholder 3">
            <a:extLst>
              <a:ext uri="{FF2B5EF4-FFF2-40B4-BE49-F238E27FC236}">
                <a16:creationId xmlns:a16="http://schemas.microsoft.com/office/drawing/2014/main" id="{B2061520-24E5-43CB-BDF9-DA30DFBFAB0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EF7F479-6CE2-40D3-8B2E-F5EC0885E2BE}"/>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grpSp>
        <p:nvGrpSpPr>
          <p:cNvPr id="6" name="Group 5">
            <a:extLst>
              <a:ext uri="{FF2B5EF4-FFF2-40B4-BE49-F238E27FC236}">
                <a16:creationId xmlns:a16="http://schemas.microsoft.com/office/drawing/2014/main" id="{2539DD7F-95B3-4BD0-9564-3384459F9E17}"/>
              </a:ext>
            </a:extLst>
          </p:cNvPr>
          <p:cNvGrpSpPr/>
          <p:nvPr userDrawn="1"/>
        </p:nvGrpSpPr>
        <p:grpSpPr>
          <a:xfrm>
            <a:off x="156315" y="1831474"/>
            <a:ext cx="5998137" cy="3195051"/>
            <a:chOff x="142867" y="1364410"/>
            <a:chExt cx="5998137" cy="3195051"/>
          </a:xfrm>
        </p:grpSpPr>
        <p:sp>
          <p:nvSpPr>
            <p:cNvPr id="7" name="TextBox 6">
              <a:extLst>
                <a:ext uri="{FF2B5EF4-FFF2-40B4-BE49-F238E27FC236}">
                  <a16:creationId xmlns:a16="http://schemas.microsoft.com/office/drawing/2014/main" id="{2851D5C5-C65B-41F9-9FDC-9781C2CCE211}"/>
                </a:ext>
              </a:extLst>
            </p:cNvPr>
            <p:cNvSpPr txBox="1"/>
            <p:nvPr/>
          </p:nvSpPr>
          <p:spPr>
            <a:xfrm>
              <a:off x="244467" y="1864343"/>
              <a:ext cx="4863832" cy="1200329"/>
            </a:xfrm>
            <a:prstGeom prst="rect">
              <a:avLst/>
            </a:prstGeom>
            <a:noFill/>
          </p:spPr>
          <p:txBody>
            <a:bodyPr wrap="none" rtlCol="0">
              <a:spAutoFit/>
            </a:bodyPr>
            <a:lstStyle/>
            <a:p>
              <a:r>
                <a:rPr lang="en-IN" sz="7000" dirty="0">
                  <a:latin typeface="Ostrich Sans Medium" panose="00000500000000000000" pitchFamily="50" charset="0"/>
                </a:rPr>
                <a:t>WHY WE NEED TO</a:t>
              </a:r>
              <a:endParaRPr lang="en-US" sz="7000" dirty="0">
                <a:latin typeface="Ostrich Sans Medium" panose="00000500000000000000" pitchFamily="50" charset="0"/>
              </a:endParaRPr>
            </a:p>
          </p:txBody>
        </p:sp>
        <p:sp>
          <p:nvSpPr>
            <p:cNvPr id="8" name="TextBox 7">
              <a:extLst>
                <a:ext uri="{FF2B5EF4-FFF2-40B4-BE49-F238E27FC236}">
                  <a16:creationId xmlns:a16="http://schemas.microsoft.com/office/drawing/2014/main" id="{22F4D905-4D9E-4F4B-8DAF-1FE4C1366FA3}"/>
                </a:ext>
              </a:extLst>
            </p:cNvPr>
            <p:cNvSpPr txBox="1"/>
            <p:nvPr/>
          </p:nvSpPr>
          <p:spPr>
            <a:xfrm>
              <a:off x="142867" y="2464508"/>
              <a:ext cx="4939173" cy="1631216"/>
            </a:xfrm>
            <a:prstGeom prst="rect">
              <a:avLst/>
            </a:prstGeom>
            <a:noFill/>
          </p:spPr>
          <p:txBody>
            <a:bodyPr wrap="none" rtlCol="0">
              <a:spAutoFit/>
            </a:bodyPr>
            <a:lstStyle/>
            <a:p>
              <a:r>
                <a:rPr lang="en-IN" sz="10000" dirty="0">
                  <a:latin typeface="Source Sans Pro Black" panose="020B0803030403020204" pitchFamily="34" charset="0"/>
                  <a:ea typeface="Source Sans Pro Black" panose="020B0803030403020204" pitchFamily="34" charset="0"/>
                </a:rPr>
                <a:t>BOTHER</a:t>
              </a:r>
            </a:p>
          </p:txBody>
        </p:sp>
        <p:sp>
          <p:nvSpPr>
            <p:cNvPr id="9" name="Rectangle 8">
              <a:extLst>
                <a:ext uri="{FF2B5EF4-FFF2-40B4-BE49-F238E27FC236}">
                  <a16:creationId xmlns:a16="http://schemas.microsoft.com/office/drawing/2014/main" id="{10501C60-05CA-4F22-B1A3-C7D231CE805B}"/>
                </a:ext>
              </a:extLst>
            </p:cNvPr>
            <p:cNvSpPr/>
            <p:nvPr/>
          </p:nvSpPr>
          <p:spPr>
            <a:xfrm>
              <a:off x="4736452" y="1364410"/>
              <a:ext cx="1404552" cy="3154710"/>
            </a:xfrm>
            <a:prstGeom prst="rect">
              <a:avLst/>
            </a:prstGeom>
          </p:spPr>
          <p:txBody>
            <a:bodyPr wrap="none">
              <a:spAutoFit/>
            </a:bodyPr>
            <a:lstStyle/>
            <a:p>
              <a:r>
                <a:rPr lang="en-IN" sz="19900" dirty="0">
                  <a:latin typeface="Source Sans Pro Black" panose="020B0803030403020204" pitchFamily="34" charset="0"/>
                  <a:ea typeface="Source Sans Pro Black" panose="020B0803030403020204" pitchFamily="34" charset="0"/>
                </a:rPr>
                <a:t>?</a:t>
              </a:r>
              <a:endParaRPr lang="en-US" dirty="0"/>
            </a:p>
          </p:txBody>
        </p:sp>
        <p:sp>
          <p:nvSpPr>
            <p:cNvPr id="10" name="TextBox 9">
              <a:extLst>
                <a:ext uri="{FF2B5EF4-FFF2-40B4-BE49-F238E27FC236}">
                  <a16:creationId xmlns:a16="http://schemas.microsoft.com/office/drawing/2014/main" id="{F6CA5798-DE99-4136-903E-FC0C0E5F5167}"/>
                </a:ext>
              </a:extLst>
            </p:cNvPr>
            <p:cNvSpPr txBox="1"/>
            <p:nvPr/>
          </p:nvSpPr>
          <p:spPr>
            <a:xfrm>
              <a:off x="244467" y="3913130"/>
              <a:ext cx="4600940" cy="646331"/>
            </a:xfrm>
            <a:prstGeom prst="rect">
              <a:avLst/>
            </a:prstGeom>
            <a:noFill/>
          </p:spPr>
          <p:txBody>
            <a:bodyPr wrap="none" rtlCol="0">
              <a:spAutoFit/>
            </a:bodyPr>
            <a:lstStyle/>
            <a:p>
              <a:r>
                <a:rPr lang="en-IN" sz="3600" dirty="0">
                  <a:latin typeface="Capsuula" panose="02000506000000020004" pitchFamily="2" charset="0"/>
                </a:rPr>
                <a:t>Top 10 reasons from the web</a:t>
              </a:r>
              <a:endParaRPr lang="en-US" sz="3600" dirty="0">
                <a:latin typeface="Capsuula" panose="02000506000000020004" pitchFamily="2" charset="0"/>
              </a:endParaRPr>
            </a:p>
          </p:txBody>
        </p:sp>
        <p:cxnSp>
          <p:nvCxnSpPr>
            <p:cNvPr id="11" name="Straight Connector 10">
              <a:extLst>
                <a:ext uri="{FF2B5EF4-FFF2-40B4-BE49-F238E27FC236}">
                  <a16:creationId xmlns:a16="http://schemas.microsoft.com/office/drawing/2014/main" id="{68AFC7EE-3361-4194-9A52-BF311C6607D7}"/>
                </a:ext>
              </a:extLst>
            </p:cNvPr>
            <p:cNvCxnSpPr/>
            <p:nvPr/>
          </p:nvCxnSpPr>
          <p:spPr>
            <a:xfrm>
              <a:off x="325149" y="3941393"/>
              <a:ext cx="5175445" cy="0"/>
            </a:xfrm>
            <a:prstGeom prst="line">
              <a:avLst/>
            </a:prstGeom>
            <a:ln w="254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734523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880F1-C7D7-4BD4-8BE0-6A71EA1FD255}"/>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3623F26-A7EA-49CE-B7C1-5556D02B6DF6}"/>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7C3A8A0-AC40-438A-964A-59EBE34E2DD1}"/>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1/19/2019</a:t>
            </a:fld>
            <a:endParaRPr lang="en-US"/>
          </a:p>
        </p:txBody>
      </p:sp>
      <p:sp>
        <p:nvSpPr>
          <p:cNvPr id="5" name="Footer Placeholder 4">
            <a:extLst>
              <a:ext uri="{FF2B5EF4-FFF2-40B4-BE49-F238E27FC236}">
                <a16:creationId xmlns:a16="http://schemas.microsoft.com/office/drawing/2014/main" id="{7F5F8400-9705-45F8-953B-D3C64BCADDE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84FBE03-B21D-4059-B93A-62B73A8B5B53}"/>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4208683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6F9F8-C11A-4854-88EE-B56FE1D5B43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CBB155D-15D0-4EE2-B74D-955A038E07D7}"/>
              </a:ext>
            </a:extLst>
          </p:cNvPr>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C5D64D9-C064-4C5B-922E-2D991BA825F5}"/>
              </a:ext>
            </a:extLst>
          </p:cNvPr>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9CC8CE5-56EA-43DB-A1D2-A9DDACB0F50A}"/>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1/19/2019</a:t>
            </a:fld>
            <a:endParaRPr lang="en-US"/>
          </a:p>
        </p:txBody>
      </p:sp>
      <p:sp>
        <p:nvSpPr>
          <p:cNvPr id="6" name="Footer Placeholder 5">
            <a:extLst>
              <a:ext uri="{FF2B5EF4-FFF2-40B4-BE49-F238E27FC236}">
                <a16:creationId xmlns:a16="http://schemas.microsoft.com/office/drawing/2014/main" id="{7645141D-078E-4AA6-9223-AA4B1D812D2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22EEEEA-4D36-4AA4-8AA7-4B7ADC0E7AEF}"/>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1246797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08EB0-165C-40FC-91FC-EC402630B61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012CB1E2-FB0C-4335-AF39-D772F435252D}"/>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265867D-3CE7-4D64-8E54-CB3857CF08C9}"/>
              </a:ext>
            </a:extLst>
          </p:cNvPr>
          <p:cNvSpPr>
            <a:spLocks noGrp="1"/>
          </p:cNvSpPr>
          <p:nvPr>
            <p:ph sz="half" idx="2"/>
          </p:nvPr>
        </p:nvSpPr>
        <p:spPr>
          <a:xfrm>
            <a:off x="839788" y="2505075"/>
            <a:ext cx="515778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A43759-70CC-4183-B255-57870371721F}"/>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69DC26A-D654-4173-8129-6CBCF16DFDA1}"/>
              </a:ext>
            </a:extLst>
          </p:cNvPr>
          <p:cNvSpPr>
            <a:spLocks noGrp="1"/>
          </p:cNvSpPr>
          <p:nvPr>
            <p:ph sz="quarter" idx="4"/>
          </p:nvPr>
        </p:nvSpPr>
        <p:spPr>
          <a:xfrm>
            <a:off x="6172200" y="2505075"/>
            <a:ext cx="5183188"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07CC76-99E6-4A67-96DE-FF9AE36FF5BA}"/>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1/19/2019</a:t>
            </a:fld>
            <a:endParaRPr lang="en-US"/>
          </a:p>
        </p:txBody>
      </p:sp>
      <p:sp>
        <p:nvSpPr>
          <p:cNvPr id="8" name="Footer Placeholder 7">
            <a:extLst>
              <a:ext uri="{FF2B5EF4-FFF2-40B4-BE49-F238E27FC236}">
                <a16:creationId xmlns:a16="http://schemas.microsoft.com/office/drawing/2014/main" id="{0C959D32-0B77-4DCE-86E0-E94E4A9A7FA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6BCFB17D-5E58-42FD-90EF-BF8483396A9A}"/>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32135542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F8EDA-48DF-41EC-A691-2A2522FBC47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918BD1E1-FDC0-4C47-8D14-A3BEABA8FF09}"/>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1/19/2019</a:t>
            </a:fld>
            <a:endParaRPr lang="en-US"/>
          </a:p>
        </p:txBody>
      </p:sp>
      <p:sp>
        <p:nvSpPr>
          <p:cNvPr id="4" name="Footer Placeholder 3">
            <a:extLst>
              <a:ext uri="{FF2B5EF4-FFF2-40B4-BE49-F238E27FC236}">
                <a16:creationId xmlns:a16="http://schemas.microsoft.com/office/drawing/2014/main" id="{FFE567E1-2A3F-45F5-A95E-372EDBEF3C4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1A05F6B5-A812-4E28-9F45-2A47E1DCDF74}"/>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3025233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08AD8E-59DB-4538-8FD2-6624ED97AB22}"/>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1/19/2019</a:t>
            </a:fld>
            <a:endParaRPr lang="en-US"/>
          </a:p>
        </p:txBody>
      </p:sp>
      <p:sp>
        <p:nvSpPr>
          <p:cNvPr id="3" name="Footer Placeholder 2">
            <a:extLst>
              <a:ext uri="{FF2B5EF4-FFF2-40B4-BE49-F238E27FC236}">
                <a16:creationId xmlns:a16="http://schemas.microsoft.com/office/drawing/2014/main" id="{1F8BA089-E5C7-4198-968B-E504D593C1E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263B7638-321B-4F17-A2B5-C8C715341F89}"/>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3002352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FCD32-1C90-4C12-8785-7D11E2904A6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5ABC17-EFA9-4515-9012-CD63CDC91B33}"/>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5CF7F5-4CC3-44A4-8D0A-60CB9F40317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F65F274-A1CE-459F-B2A6-3274158D343C}"/>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1/19/2019</a:t>
            </a:fld>
            <a:endParaRPr lang="en-US"/>
          </a:p>
        </p:txBody>
      </p:sp>
      <p:sp>
        <p:nvSpPr>
          <p:cNvPr id="6" name="Footer Placeholder 5">
            <a:extLst>
              <a:ext uri="{FF2B5EF4-FFF2-40B4-BE49-F238E27FC236}">
                <a16:creationId xmlns:a16="http://schemas.microsoft.com/office/drawing/2014/main" id="{65D4CEDF-08CB-40CA-84B1-67CC4E7CB35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3CE5518-982C-43BF-A289-47F0CB41EA75}"/>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9498936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7B04B-6D32-4DBE-B277-267D3891EF24}"/>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952F1A-B117-4C7D-8826-8DCC7E8ED1AD}"/>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915D7B2-3AD2-40A1-84C4-E0A4F8273D2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DB613DD-2DD5-4C39-A6D3-E453388D51FA}"/>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1/19/2019</a:t>
            </a:fld>
            <a:endParaRPr lang="en-US"/>
          </a:p>
        </p:txBody>
      </p:sp>
      <p:sp>
        <p:nvSpPr>
          <p:cNvPr id="6" name="Footer Placeholder 5">
            <a:extLst>
              <a:ext uri="{FF2B5EF4-FFF2-40B4-BE49-F238E27FC236}">
                <a16:creationId xmlns:a16="http://schemas.microsoft.com/office/drawing/2014/main" id="{7233F84B-7435-418E-B452-EFAB7DDD9CE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2C683CB-F4E6-4584-A8C7-3BFDA787BED1}"/>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6024341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5880F-F04E-46CD-A489-B8EC4D6691D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317693-1E01-46A2-9E83-FFB850EE21EA}"/>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9E4F00-087D-4736-BB08-F02FC7833996}"/>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1/19/2019</a:t>
            </a:fld>
            <a:endParaRPr lang="en-US"/>
          </a:p>
        </p:txBody>
      </p:sp>
      <p:sp>
        <p:nvSpPr>
          <p:cNvPr id="5" name="Footer Placeholder 4">
            <a:extLst>
              <a:ext uri="{FF2B5EF4-FFF2-40B4-BE49-F238E27FC236}">
                <a16:creationId xmlns:a16="http://schemas.microsoft.com/office/drawing/2014/main" id="{5A47B423-6542-4CF2-9E93-36B93C755E9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82E5BF2E-1650-4CB3-8967-02242F045B13}"/>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8284794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93433E-C45E-4479-AD52-4A33C50973B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C5E31B-A62F-4063-92C0-B0AF37E8D5CC}"/>
              </a:ext>
            </a:extLst>
          </p:cNvPr>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A16A27-B87A-43E9-B20A-E5F8A0DEF9FB}"/>
              </a:ext>
            </a:extLst>
          </p:cNvPr>
          <p:cNvSpPr>
            <a:spLocks noGrp="1"/>
          </p:cNvSpPr>
          <p:nvPr>
            <p:ph type="dt" sz="half" idx="10"/>
          </p:nvPr>
        </p:nvSpPr>
        <p:spPr>
          <a:xfrm>
            <a:off x="838200" y="6356350"/>
            <a:ext cx="2743200" cy="365125"/>
          </a:xfrm>
          <a:prstGeom prst="rect">
            <a:avLst/>
          </a:prstGeom>
        </p:spPr>
        <p:txBody>
          <a:bodyPr/>
          <a:lstStyle/>
          <a:p>
            <a:fld id="{5BA52A68-9D9E-4AF5-9A8F-5C6B262619DC}" type="datetimeFigureOut">
              <a:rPr lang="en-US" smtClean="0"/>
              <a:pPr/>
              <a:t>1/19/2019</a:t>
            </a:fld>
            <a:endParaRPr lang="en-US"/>
          </a:p>
        </p:txBody>
      </p:sp>
      <p:sp>
        <p:nvSpPr>
          <p:cNvPr id="5" name="Footer Placeholder 4">
            <a:extLst>
              <a:ext uri="{FF2B5EF4-FFF2-40B4-BE49-F238E27FC236}">
                <a16:creationId xmlns:a16="http://schemas.microsoft.com/office/drawing/2014/main" id="{82D59FCE-320C-4473-BD8F-8B61A1B8B45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AD247AC-EE0D-4F09-AA8A-7444CFBA580E}"/>
              </a:ext>
            </a:extLst>
          </p:cNvPr>
          <p:cNvSpPr>
            <a:spLocks noGrp="1"/>
          </p:cNvSpPr>
          <p:nvPr>
            <p:ph type="sldNum" sz="quarter" idx="12"/>
          </p:nvPr>
        </p:nvSpPr>
        <p:spPr>
          <a:xfrm>
            <a:off x="8610600" y="6356350"/>
            <a:ext cx="2743200" cy="365125"/>
          </a:xfrm>
          <a:prstGeom prst="rect">
            <a:avLst/>
          </a:prstGeom>
        </p:spPr>
        <p:txBody>
          <a:bodyPr/>
          <a:lstStyle/>
          <a:p>
            <a:fld id="{7B712D1E-D789-40A1-8308-2DBD5A4DC529}" type="slidenum">
              <a:rPr lang="en-US" smtClean="0"/>
              <a:pPr/>
              <a:t>‹#›</a:t>
            </a:fld>
            <a:endParaRPr lang="en-US"/>
          </a:p>
        </p:txBody>
      </p:sp>
    </p:spTree>
    <p:extLst>
      <p:ext uri="{BB962C8B-B14F-4D97-AF65-F5344CB8AC3E}">
        <p14:creationId xmlns:p14="http://schemas.microsoft.com/office/powerpoint/2010/main" val="2480089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0BCD92-0A79-4A5E-B0BD-80978161E5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5D8C6DE-5191-4FA7-95FA-167F6C3955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257246"/>
      </p:ext>
    </p:extLst>
  </p:cSld>
  <p:clrMap bg1="lt1" tx1="dk1" bg2="lt2" tx2="dk2" accent1="accent1" accent2="accent2" accent3="accent3" accent4="accent4" accent5="accent5" accent6="accent6" hlink="hlink" folHlink="folHlink"/>
  <p:sldLayoutIdLst>
    <p:sldLayoutId id="2147483663" r:id="rId1"/>
    <p:sldLayoutId id="2147483661" r:id="rId2"/>
    <p:sldLayoutId id="2147483649" r:id="rId3"/>
    <p:sldLayoutId id="2147483650" r:id="rId4"/>
    <p:sldLayoutId id="2147483662" r:id="rId5"/>
    <p:sldLayoutId id="214748366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www.youtube.com/watch?v=77FUr6ZsWjY" TargetMode="External"/><Relationship Id="rId4" Type="http://schemas.openxmlformats.org/officeDocument/2006/relationships/hyperlink" Target="https://www.storywallahs.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ameen haque">
            <a:extLst>
              <a:ext uri="{FF2B5EF4-FFF2-40B4-BE49-F238E27FC236}">
                <a16:creationId xmlns:a16="http://schemas.microsoft.com/office/drawing/2014/main" id="{FB9B3C4F-5E09-4F51-A1BF-8E2378EAF2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92767" y="1468954"/>
            <a:ext cx="2423160" cy="300471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B67F2ED-2BF9-43FC-BBBF-F71DBCA10CD6}"/>
              </a:ext>
            </a:extLst>
          </p:cNvPr>
          <p:cNvSpPr/>
          <p:nvPr/>
        </p:nvSpPr>
        <p:spPr>
          <a:xfrm>
            <a:off x="831910" y="1379525"/>
            <a:ext cx="7811911" cy="1940788"/>
          </a:xfrm>
          <a:prstGeom prst="rect">
            <a:avLst/>
          </a:prstGeom>
        </p:spPr>
        <p:txBody>
          <a:bodyPr wrap="square">
            <a:spAutoFit/>
          </a:bodyPr>
          <a:lstStyle/>
          <a:p>
            <a:pPr>
              <a:lnSpc>
                <a:spcPct val="150000"/>
              </a:lnSpc>
            </a:pPr>
            <a:r>
              <a:rPr lang="en-GB" sz="1600" dirty="0">
                <a:solidFill>
                  <a:schemeClr val="bg1">
                    <a:lumMod val="50000"/>
                  </a:schemeClr>
                </a:solidFill>
                <a:latin typeface="Montserrat Light" panose="00000400000000000000" pitchFamily="50" charset="0"/>
              </a:rPr>
              <a:t>Story coach, Innovation consultant and Diversity champion, Ameen Haque is the founder of </a:t>
            </a:r>
            <a:r>
              <a:rPr lang="en-GB" sz="1600" dirty="0" err="1">
                <a:solidFill>
                  <a:schemeClr val="bg1">
                    <a:lumMod val="50000"/>
                  </a:schemeClr>
                </a:solidFill>
                <a:latin typeface="Montserrat Light" panose="00000400000000000000" pitchFamily="50" charset="0"/>
              </a:rPr>
              <a:t>Storywallahs</a:t>
            </a:r>
            <a:r>
              <a:rPr lang="en-GB" sz="1600" dirty="0">
                <a:solidFill>
                  <a:schemeClr val="bg1">
                    <a:lumMod val="50000"/>
                  </a:schemeClr>
                </a:solidFill>
                <a:latin typeface="Montserrat Light" panose="00000400000000000000" pitchFamily="50" charset="0"/>
              </a:rPr>
              <a:t>, a company that helps leaders and organisations leverage the power of stories. Storytelling is an essential skill, no matter what you do and Ameen helps you build that capability at your organisation</a:t>
            </a:r>
            <a:r>
              <a:rPr lang="en-GB" dirty="0"/>
              <a:t>.</a:t>
            </a:r>
            <a:endParaRPr lang="en-GB" sz="1600" dirty="0">
              <a:solidFill>
                <a:schemeClr val="bg1">
                  <a:lumMod val="50000"/>
                </a:schemeClr>
              </a:solidFill>
              <a:latin typeface="Montserrat Light" panose="00000400000000000000" pitchFamily="50" charset="0"/>
            </a:endParaRPr>
          </a:p>
        </p:txBody>
      </p:sp>
      <p:sp>
        <p:nvSpPr>
          <p:cNvPr id="2" name="Rectangle 1">
            <a:extLst>
              <a:ext uri="{FF2B5EF4-FFF2-40B4-BE49-F238E27FC236}">
                <a16:creationId xmlns:a16="http://schemas.microsoft.com/office/drawing/2014/main" id="{AB6B63D2-D6E6-4FEB-916C-7FDC3CAEF8EF}"/>
              </a:ext>
            </a:extLst>
          </p:cNvPr>
          <p:cNvSpPr/>
          <p:nvPr/>
        </p:nvSpPr>
        <p:spPr>
          <a:xfrm>
            <a:off x="9364446" y="4473672"/>
            <a:ext cx="1744278" cy="523220"/>
          </a:xfrm>
          <a:prstGeom prst="rect">
            <a:avLst/>
          </a:prstGeom>
        </p:spPr>
        <p:txBody>
          <a:bodyPr wrap="square">
            <a:spAutoFit/>
          </a:bodyPr>
          <a:lstStyle/>
          <a:p>
            <a:pPr algn="r"/>
            <a:r>
              <a:rPr lang="en-US" sz="1600" dirty="0">
                <a:solidFill>
                  <a:schemeClr val="bg1">
                    <a:lumMod val="50000"/>
                  </a:schemeClr>
                </a:solidFill>
                <a:latin typeface="Montserrat Light" panose="00000400000000000000" pitchFamily="50" charset="0"/>
                <a:hlinkClick r:id="rId4">
                  <a:extLst>
                    <a:ext uri="{A12FA001-AC4F-418D-AE19-62706E023703}">
                      <ahyp:hlinkClr xmlns:ahyp="http://schemas.microsoft.com/office/drawing/2018/hyperlinkcolor" val="tx"/>
                    </a:ext>
                  </a:extLst>
                </a:hlinkClick>
              </a:rPr>
              <a:t>Ameen Haque</a:t>
            </a:r>
            <a:endParaRPr lang="en-US" sz="1600" dirty="0">
              <a:solidFill>
                <a:schemeClr val="bg1">
                  <a:lumMod val="50000"/>
                </a:schemeClr>
              </a:solidFill>
              <a:latin typeface="Montserrat Light" panose="00000400000000000000" pitchFamily="50" charset="0"/>
            </a:endParaRPr>
          </a:p>
          <a:p>
            <a:pPr algn="r"/>
            <a:r>
              <a:rPr lang="en-US" sz="1200" i="1" dirty="0">
                <a:solidFill>
                  <a:schemeClr val="bg1">
                    <a:lumMod val="50000"/>
                  </a:schemeClr>
                </a:solidFill>
              </a:rPr>
              <a:t>Story coach</a:t>
            </a:r>
            <a:endParaRPr lang="en-US" sz="1100" dirty="0">
              <a:solidFill>
                <a:schemeClr val="bg1">
                  <a:lumMod val="50000"/>
                </a:schemeClr>
              </a:solidFill>
              <a:latin typeface="Montserrat Light" panose="00000400000000000000" pitchFamily="50" charset="0"/>
            </a:endParaRPr>
          </a:p>
        </p:txBody>
      </p:sp>
      <p:sp>
        <p:nvSpPr>
          <p:cNvPr id="3" name="Rectangle 2">
            <a:extLst>
              <a:ext uri="{FF2B5EF4-FFF2-40B4-BE49-F238E27FC236}">
                <a16:creationId xmlns:a16="http://schemas.microsoft.com/office/drawing/2014/main" id="{3EC7F1CC-D99F-418D-9296-BE9F2F4AA74D}"/>
              </a:ext>
            </a:extLst>
          </p:cNvPr>
          <p:cNvSpPr/>
          <p:nvPr/>
        </p:nvSpPr>
        <p:spPr>
          <a:xfrm>
            <a:off x="831910" y="3429000"/>
            <a:ext cx="5054589" cy="338554"/>
          </a:xfrm>
          <a:prstGeom prst="rect">
            <a:avLst/>
          </a:prstGeom>
        </p:spPr>
        <p:txBody>
          <a:bodyPr wrap="none">
            <a:spAutoFit/>
          </a:bodyPr>
          <a:lstStyle/>
          <a:p>
            <a:r>
              <a:rPr lang="en-GB" sz="1600" dirty="0">
                <a:solidFill>
                  <a:schemeClr val="bg1">
                    <a:lumMod val="50000"/>
                  </a:schemeClr>
                </a:solidFill>
                <a:latin typeface="Montserrat Light" panose="00000400000000000000" pitchFamily="50" charset="0"/>
                <a:hlinkClick r:id="rId5">
                  <a:extLst>
                    <a:ext uri="{A12FA001-AC4F-418D-AE19-62706E023703}">
                      <ahyp:hlinkClr xmlns:ahyp="http://schemas.microsoft.com/office/drawing/2018/hyperlinkcolor" val="tx"/>
                    </a:ext>
                  </a:extLst>
                </a:hlinkClick>
              </a:rPr>
              <a:t>Ameen Haque: "The Art of Business Storytelling"</a:t>
            </a:r>
            <a:endParaRPr lang="en-GB" sz="1600" dirty="0">
              <a:solidFill>
                <a:schemeClr val="bg1">
                  <a:lumMod val="50000"/>
                </a:schemeClr>
              </a:solidFill>
              <a:latin typeface="Montserrat Light" panose="00000400000000000000" pitchFamily="50" charset="0"/>
            </a:endParaRPr>
          </a:p>
        </p:txBody>
      </p:sp>
      <p:grpSp>
        <p:nvGrpSpPr>
          <p:cNvPr id="7" name="Group 6">
            <a:extLst>
              <a:ext uri="{FF2B5EF4-FFF2-40B4-BE49-F238E27FC236}">
                <a16:creationId xmlns:a16="http://schemas.microsoft.com/office/drawing/2014/main" id="{C8498F87-6A36-4636-8DEB-F70A04B6792C}"/>
              </a:ext>
            </a:extLst>
          </p:cNvPr>
          <p:cNvGrpSpPr/>
          <p:nvPr/>
        </p:nvGrpSpPr>
        <p:grpSpPr>
          <a:xfrm>
            <a:off x="11318043" y="6321117"/>
            <a:ext cx="873957" cy="536883"/>
            <a:chOff x="2223911" y="5454148"/>
            <a:chExt cx="873957" cy="536883"/>
          </a:xfrm>
        </p:grpSpPr>
        <p:sp>
          <p:nvSpPr>
            <p:cNvPr id="8" name="TextBox 7">
              <a:extLst>
                <a:ext uri="{FF2B5EF4-FFF2-40B4-BE49-F238E27FC236}">
                  <a16:creationId xmlns:a16="http://schemas.microsoft.com/office/drawing/2014/main" id="{D1E0B7B8-47E5-4362-980B-DDB8F2D924A5}"/>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9" name="TextBox 8">
              <a:extLst>
                <a:ext uri="{FF2B5EF4-FFF2-40B4-BE49-F238E27FC236}">
                  <a16:creationId xmlns:a16="http://schemas.microsoft.com/office/drawing/2014/main" id="{4D9A1346-54E0-45CC-AE36-5BE75D0AC3F5}"/>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Tree>
    <p:extLst>
      <p:ext uri="{BB962C8B-B14F-4D97-AF65-F5344CB8AC3E}">
        <p14:creationId xmlns:p14="http://schemas.microsoft.com/office/powerpoint/2010/main" val="6647982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E2E4EEBA-DCED-46D4-8A2D-C850A86B9218}"/>
              </a:ext>
            </a:extLst>
          </p:cNvPr>
          <p:cNvGrpSpPr/>
          <p:nvPr/>
        </p:nvGrpSpPr>
        <p:grpSpPr>
          <a:xfrm>
            <a:off x="11318043" y="6321117"/>
            <a:ext cx="873957" cy="536883"/>
            <a:chOff x="2223911" y="5454148"/>
            <a:chExt cx="873957" cy="536883"/>
          </a:xfrm>
        </p:grpSpPr>
        <p:sp>
          <p:nvSpPr>
            <p:cNvPr id="8" name="TextBox 7">
              <a:extLst>
                <a:ext uri="{FF2B5EF4-FFF2-40B4-BE49-F238E27FC236}">
                  <a16:creationId xmlns:a16="http://schemas.microsoft.com/office/drawing/2014/main" id="{01625DBC-D0CF-40C5-B3C8-59D7027FD718}"/>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9" name="TextBox 8">
              <a:extLst>
                <a:ext uri="{FF2B5EF4-FFF2-40B4-BE49-F238E27FC236}">
                  <a16:creationId xmlns:a16="http://schemas.microsoft.com/office/drawing/2014/main" id="{DCF7C0D8-F52B-4FD8-A3FD-E38EF8289BEB}"/>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pic>
        <p:nvPicPr>
          <p:cNvPr id="4" name="Picture 3">
            <a:extLst>
              <a:ext uri="{FF2B5EF4-FFF2-40B4-BE49-F238E27FC236}">
                <a16:creationId xmlns:a16="http://schemas.microsoft.com/office/drawing/2014/main" id="{A158E689-C036-49D7-AF67-F69CA98FFAE4}"/>
              </a:ext>
            </a:extLst>
          </p:cNvPr>
          <p:cNvPicPr>
            <a:picLocks noChangeAspect="1"/>
          </p:cNvPicPr>
          <p:nvPr/>
        </p:nvPicPr>
        <p:blipFill>
          <a:blip r:embed="rId3"/>
          <a:stretch>
            <a:fillRect/>
          </a:stretch>
        </p:blipFill>
        <p:spPr>
          <a:xfrm>
            <a:off x="2862262" y="1528762"/>
            <a:ext cx="6467475" cy="3800475"/>
          </a:xfrm>
          <a:prstGeom prst="rect">
            <a:avLst/>
          </a:prstGeom>
        </p:spPr>
      </p:pic>
      <p:sp>
        <p:nvSpPr>
          <p:cNvPr id="5" name="Rectangle 4">
            <a:extLst>
              <a:ext uri="{FF2B5EF4-FFF2-40B4-BE49-F238E27FC236}">
                <a16:creationId xmlns:a16="http://schemas.microsoft.com/office/drawing/2014/main" id="{3D00F15C-0AF4-4F54-9298-A26CA3ED6922}"/>
              </a:ext>
            </a:extLst>
          </p:cNvPr>
          <p:cNvSpPr/>
          <p:nvPr/>
        </p:nvSpPr>
        <p:spPr>
          <a:xfrm>
            <a:off x="93210" y="6475005"/>
            <a:ext cx="5892960" cy="369332"/>
          </a:xfrm>
          <a:prstGeom prst="rect">
            <a:avLst/>
          </a:prstGeom>
        </p:spPr>
        <p:txBody>
          <a:bodyPr wrap="none">
            <a:spAutoFit/>
          </a:bodyPr>
          <a:lstStyle/>
          <a:p>
            <a:r>
              <a:rPr lang="en-US" dirty="0">
                <a:solidFill>
                  <a:schemeClr val="bg1">
                    <a:lumMod val="75000"/>
                  </a:schemeClr>
                </a:solidFill>
                <a:latin typeface="Montserrat Alternates ExLight" panose="00000300000000000000" pitchFamily="50" charset="0"/>
              </a:rPr>
              <a:t>https://www.youtube.com/watch?v=F8bm2llxxjU</a:t>
            </a:r>
          </a:p>
        </p:txBody>
      </p:sp>
      <p:pic>
        <p:nvPicPr>
          <p:cNvPr id="2056" name="Picture 8" descr="Image result for play video">
            <a:extLst>
              <a:ext uri="{FF2B5EF4-FFF2-40B4-BE49-F238E27FC236}">
                <a16:creationId xmlns:a16="http://schemas.microsoft.com/office/drawing/2014/main" id="{FB152032-F8DC-49EC-AB33-FCBE375EB9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7296" y="3171675"/>
            <a:ext cx="737408" cy="514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3709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Related image">
            <a:extLst>
              <a:ext uri="{FF2B5EF4-FFF2-40B4-BE49-F238E27FC236}">
                <a16:creationId xmlns:a16="http://schemas.microsoft.com/office/drawing/2014/main" id="{57D518E2-50BB-4F32-858D-D09C4ABC35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215" y="615630"/>
            <a:ext cx="5311861" cy="5626739"/>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E2E4EEBA-DCED-46D4-8A2D-C850A86B9218}"/>
              </a:ext>
            </a:extLst>
          </p:cNvPr>
          <p:cNvGrpSpPr/>
          <p:nvPr/>
        </p:nvGrpSpPr>
        <p:grpSpPr>
          <a:xfrm>
            <a:off x="11318043" y="6321117"/>
            <a:ext cx="873957" cy="536883"/>
            <a:chOff x="2223911" y="5454148"/>
            <a:chExt cx="873957" cy="536883"/>
          </a:xfrm>
        </p:grpSpPr>
        <p:sp>
          <p:nvSpPr>
            <p:cNvPr id="8" name="TextBox 7">
              <a:extLst>
                <a:ext uri="{FF2B5EF4-FFF2-40B4-BE49-F238E27FC236}">
                  <a16:creationId xmlns:a16="http://schemas.microsoft.com/office/drawing/2014/main" id="{01625DBC-D0CF-40C5-B3C8-59D7027FD718}"/>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9" name="TextBox 8">
              <a:extLst>
                <a:ext uri="{FF2B5EF4-FFF2-40B4-BE49-F238E27FC236}">
                  <a16:creationId xmlns:a16="http://schemas.microsoft.com/office/drawing/2014/main" id="{DCF7C0D8-F52B-4FD8-A3FD-E38EF8289BEB}"/>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
        <p:nvSpPr>
          <p:cNvPr id="10" name="Rectangle 9">
            <a:extLst>
              <a:ext uri="{FF2B5EF4-FFF2-40B4-BE49-F238E27FC236}">
                <a16:creationId xmlns:a16="http://schemas.microsoft.com/office/drawing/2014/main" id="{69651F63-B247-4EA5-B5A8-ED59B0EF12AF}"/>
              </a:ext>
            </a:extLst>
          </p:cNvPr>
          <p:cNvSpPr/>
          <p:nvPr/>
        </p:nvSpPr>
        <p:spPr>
          <a:xfrm>
            <a:off x="7020641" y="3090446"/>
            <a:ext cx="2749471" cy="677108"/>
          </a:xfrm>
          <a:prstGeom prst="rect">
            <a:avLst/>
          </a:prstGeom>
        </p:spPr>
        <p:txBody>
          <a:bodyPr wrap="none">
            <a:spAutoFit/>
          </a:bodyPr>
          <a:lstStyle/>
          <a:p>
            <a:r>
              <a:rPr lang="en-US" sz="3800" dirty="0">
                <a:solidFill>
                  <a:schemeClr val="bg1">
                    <a:lumMod val="50000"/>
                  </a:schemeClr>
                </a:solidFill>
                <a:latin typeface="Montserrat ExtraLight" panose="00000300000000000000" pitchFamily="50" charset="0"/>
              </a:rPr>
              <a:t>Decisions?</a:t>
            </a:r>
          </a:p>
        </p:txBody>
      </p:sp>
    </p:spTree>
    <p:extLst>
      <p:ext uri="{BB962C8B-B14F-4D97-AF65-F5344CB8AC3E}">
        <p14:creationId xmlns:p14="http://schemas.microsoft.com/office/powerpoint/2010/main" val="1487628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Related image">
            <a:extLst>
              <a:ext uri="{FF2B5EF4-FFF2-40B4-BE49-F238E27FC236}">
                <a16:creationId xmlns:a16="http://schemas.microsoft.com/office/drawing/2014/main" id="{DE365FD8-1A16-4FFA-9AFB-571DEA9CA6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9105" y="613782"/>
            <a:ext cx="6185916" cy="562356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7EAED1E-0289-49C0-A322-666BE7EB4485}"/>
              </a:ext>
            </a:extLst>
          </p:cNvPr>
          <p:cNvGrpSpPr/>
          <p:nvPr/>
        </p:nvGrpSpPr>
        <p:grpSpPr>
          <a:xfrm>
            <a:off x="11318043" y="6321117"/>
            <a:ext cx="873957" cy="536883"/>
            <a:chOff x="2223911" y="5454148"/>
            <a:chExt cx="873957" cy="536883"/>
          </a:xfrm>
        </p:grpSpPr>
        <p:sp>
          <p:nvSpPr>
            <p:cNvPr id="19" name="TextBox 18">
              <a:extLst>
                <a:ext uri="{FF2B5EF4-FFF2-40B4-BE49-F238E27FC236}">
                  <a16:creationId xmlns:a16="http://schemas.microsoft.com/office/drawing/2014/main" id="{08A3A26B-C372-4611-A24D-C7AFEF332DE1}"/>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20" name="TextBox 19">
              <a:extLst>
                <a:ext uri="{FF2B5EF4-FFF2-40B4-BE49-F238E27FC236}">
                  <a16:creationId xmlns:a16="http://schemas.microsoft.com/office/drawing/2014/main" id="{3C7289B9-710E-4F69-A20C-3B91BB0A69A4}"/>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
        <p:nvSpPr>
          <p:cNvPr id="5" name="Rectangle 4">
            <a:extLst>
              <a:ext uri="{FF2B5EF4-FFF2-40B4-BE49-F238E27FC236}">
                <a16:creationId xmlns:a16="http://schemas.microsoft.com/office/drawing/2014/main" id="{22E86B63-A5E1-4B38-90A1-A0807E34BA5D}"/>
              </a:ext>
            </a:extLst>
          </p:cNvPr>
          <p:cNvSpPr/>
          <p:nvPr/>
        </p:nvSpPr>
        <p:spPr>
          <a:xfrm>
            <a:off x="-356342" y="2794620"/>
            <a:ext cx="4977770" cy="1261884"/>
          </a:xfrm>
          <a:prstGeom prst="rect">
            <a:avLst/>
          </a:prstGeom>
        </p:spPr>
        <p:txBody>
          <a:bodyPr wrap="square">
            <a:spAutoFit/>
          </a:bodyPr>
          <a:lstStyle/>
          <a:p>
            <a:pPr algn="r"/>
            <a:r>
              <a:rPr lang="en-US" sz="3800" dirty="0">
                <a:solidFill>
                  <a:schemeClr val="bg1">
                    <a:lumMod val="50000"/>
                  </a:schemeClr>
                </a:solidFill>
                <a:latin typeface="Montserrat ExtraLight" panose="00000300000000000000" pitchFamily="50" charset="0"/>
              </a:rPr>
              <a:t>Stories speak to people’s emotions</a:t>
            </a:r>
          </a:p>
        </p:txBody>
      </p:sp>
    </p:spTree>
    <p:extLst>
      <p:ext uri="{BB962C8B-B14F-4D97-AF65-F5344CB8AC3E}">
        <p14:creationId xmlns:p14="http://schemas.microsoft.com/office/powerpoint/2010/main" val="3231307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E2E4EEBA-DCED-46D4-8A2D-C850A86B9218}"/>
              </a:ext>
            </a:extLst>
          </p:cNvPr>
          <p:cNvGrpSpPr/>
          <p:nvPr/>
        </p:nvGrpSpPr>
        <p:grpSpPr>
          <a:xfrm>
            <a:off x="11318043" y="6321117"/>
            <a:ext cx="873957" cy="536883"/>
            <a:chOff x="2223911" y="5454148"/>
            <a:chExt cx="873957" cy="536883"/>
          </a:xfrm>
        </p:grpSpPr>
        <p:sp>
          <p:nvSpPr>
            <p:cNvPr id="8" name="TextBox 7">
              <a:extLst>
                <a:ext uri="{FF2B5EF4-FFF2-40B4-BE49-F238E27FC236}">
                  <a16:creationId xmlns:a16="http://schemas.microsoft.com/office/drawing/2014/main" id="{01625DBC-D0CF-40C5-B3C8-59D7027FD718}"/>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9" name="TextBox 8">
              <a:extLst>
                <a:ext uri="{FF2B5EF4-FFF2-40B4-BE49-F238E27FC236}">
                  <a16:creationId xmlns:a16="http://schemas.microsoft.com/office/drawing/2014/main" id="{DCF7C0D8-F52B-4FD8-A3FD-E38EF8289BEB}"/>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
        <p:nvSpPr>
          <p:cNvPr id="10" name="Rectangle 9">
            <a:extLst>
              <a:ext uri="{FF2B5EF4-FFF2-40B4-BE49-F238E27FC236}">
                <a16:creationId xmlns:a16="http://schemas.microsoft.com/office/drawing/2014/main" id="{69651F63-B247-4EA5-B5A8-ED59B0EF12AF}"/>
              </a:ext>
            </a:extLst>
          </p:cNvPr>
          <p:cNvSpPr/>
          <p:nvPr/>
        </p:nvSpPr>
        <p:spPr>
          <a:xfrm>
            <a:off x="7020641" y="3090446"/>
            <a:ext cx="4660250" cy="1261884"/>
          </a:xfrm>
          <a:prstGeom prst="rect">
            <a:avLst/>
          </a:prstGeom>
        </p:spPr>
        <p:txBody>
          <a:bodyPr wrap="none">
            <a:spAutoFit/>
          </a:bodyPr>
          <a:lstStyle/>
          <a:p>
            <a:r>
              <a:rPr lang="en-US" sz="3800" dirty="0">
                <a:solidFill>
                  <a:schemeClr val="bg1">
                    <a:lumMod val="50000"/>
                  </a:schemeClr>
                </a:solidFill>
                <a:latin typeface="Montserrat ExtraLight" panose="00000300000000000000" pitchFamily="50" charset="0"/>
              </a:rPr>
              <a:t>Build </a:t>
            </a:r>
          </a:p>
          <a:p>
            <a:r>
              <a:rPr lang="en-US" sz="3800" dirty="0">
                <a:solidFill>
                  <a:schemeClr val="bg1">
                    <a:lumMod val="50000"/>
                  </a:schemeClr>
                </a:solidFill>
                <a:latin typeface="Montserrat ExtraLight" panose="00000300000000000000" pitchFamily="50" charset="0"/>
              </a:rPr>
              <a:t>“common ground”</a:t>
            </a:r>
          </a:p>
        </p:txBody>
      </p:sp>
      <p:pic>
        <p:nvPicPr>
          <p:cNvPr id="1026" name="Picture 2" descr="Image result for common ground">
            <a:extLst>
              <a:ext uri="{FF2B5EF4-FFF2-40B4-BE49-F238E27FC236}">
                <a16:creationId xmlns:a16="http://schemas.microsoft.com/office/drawing/2014/main" id="{130777A8-52B7-4D99-A86E-AC1686ED457E}"/>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39346" y="617220"/>
            <a:ext cx="5623560" cy="5623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10926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77EAED1E-0289-49C0-A322-666BE7EB4485}"/>
              </a:ext>
            </a:extLst>
          </p:cNvPr>
          <p:cNvGrpSpPr/>
          <p:nvPr/>
        </p:nvGrpSpPr>
        <p:grpSpPr>
          <a:xfrm>
            <a:off x="11318043" y="6321117"/>
            <a:ext cx="873957" cy="536883"/>
            <a:chOff x="2223911" y="5454148"/>
            <a:chExt cx="873957" cy="536883"/>
          </a:xfrm>
        </p:grpSpPr>
        <p:sp>
          <p:nvSpPr>
            <p:cNvPr id="19" name="TextBox 18">
              <a:extLst>
                <a:ext uri="{FF2B5EF4-FFF2-40B4-BE49-F238E27FC236}">
                  <a16:creationId xmlns:a16="http://schemas.microsoft.com/office/drawing/2014/main" id="{08A3A26B-C372-4611-A24D-C7AFEF332DE1}"/>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20" name="TextBox 19">
              <a:extLst>
                <a:ext uri="{FF2B5EF4-FFF2-40B4-BE49-F238E27FC236}">
                  <a16:creationId xmlns:a16="http://schemas.microsoft.com/office/drawing/2014/main" id="{3C7289B9-710E-4F69-A20C-3B91BB0A69A4}"/>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
        <p:nvSpPr>
          <p:cNvPr id="2" name="Rectangle 1">
            <a:extLst>
              <a:ext uri="{FF2B5EF4-FFF2-40B4-BE49-F238E27FC236}">
                <a16:creationId xmlns:a16="http://schemas.microsoft.com/office/drawing/2014/main" id="{EFB209D9-C580-4224-B75C-9643E29B05CE}"/>
              </a:ext>
            </a:extLst>
          </p:cNvPr>
          <p:cNvSpPr/>
          <p:nvPr/>
        </p:nvSpPr>
        <p:spPr>
          <a:xfrm>
            <a:off x="6096000" y="-3438"/>
            <a:ext cx="6099048" cy="6858000"/>
          </a:xfrm>
          <a:prstGeom prst="rect">
            <a:avLst/>
          </a:prstGeom>
          <a:solidFill>
            <a:srgbClr val="2D2D2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D2D2D"/>
              </a:solidFill>
            </a:endParaRPr>
          </a:p>
        </p:txBody>
      </p:sp>
      <p:sp>
        <p:nvSpPr>
          <p:cNvPr id="8" name="Rectangle 7">
            <a:extLst>
              <a:ext uri="{FF2B5EF4-FFF2-40B4-BE49-F238E27FC236}">
                <a16:creationId xmlns:a16="http://schemas.microsoft.com/office/drawing/2014/main" id="{284D15C0-2F64-49C1-9B99-BFF083DCE1F0}"/>
              </a:ext>
            </a:extLst>
          </p:cNvPr>
          <p:cNvSpPr/>
          <p:nvPr/>
        </p:nvSpPr>
        <p:spPr>
          <a:xfrm>
            <a:off x="2360140" y="2545138"/>
            <a:ext cx="7216346" cy="1446550"/>
          </a:xfrm>
          <a:prstGeom prst="rect">
            <a:avLst/>
          </a:prstGeom>
        </p:spPr>
        <p:txBody>
          <a:bodyPr wrap="square">
            <a:spAutoFit/>
          </a:bodyPr>
          <a:lstStyle/>
          <a:p>
            <a:pPr algn="ctr"/>
            <a:r>
              <a:rPr lang="en-US" sz="8800" dirty="0">
                <a:solidFill>
                  <a:srgbClr val="2D2D2D"/>
                </a:solidFill>
                <a:latin typeface="Montserrat Black" panose="00000A00000000000000" pitchFamily="50" charset="0"/>
              </a:rPr>
              <a:t>CONT</a:t>
            </a:r>
            <a:r>
              <a:rPr lang="en-US" sz="8800" dirty="0">
                <a:solidFill>
                  <a:schemeClr val="bg1">
                    <a:lumMod val="95000"/>
                  </a:schemeClr>
                </a:solidFill>
                <a:latin typeface="Montserrat Black" panose="00000A00000000000000" pitchFamily="50" charset="0"/>
              </a:rPr>
              <a:t>RAST</a:t>
            </a:r>
          </a:p>
        </p:txBody>
      </p:sp>
    </p:spTree>
    <p:extLst>
      <p:ext uri="{BB962C8B-B14F-4D97-AF65-F5344CB8AC3E}">
        <p14:creationId xmlns:p14="http://schemas.microsoft.com/office/powerpoint/2010/main" val="3147457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E2E4EEBA-DCED-46D4-8A2D-C850A86B9218}"/>
              </a:ext>
            </a:extLst>
          </p:cNvPr>
          <p:cNvGrpSpPr/>
          <p:nvPr/>
        </p:nvGrpSpPr>
        <p:grpSpPr>
          <a:xfrm>
            <a:off x="11318043" y="6321117"/>
            <a:ext cx="873957" cy="536883"/>
            <a:chOff x="2223911" y="5454148"/>
            <a:chExt cx="873957" cy="536883"/>
          </a:xfrm>
        </p:grpSpPr>
        <p:sp>
          <p:nvSpPr>
            <p:cNvPr id="8" name="TextBox 7">
              <a:extLst>
                <a:ext uri="{FF2B5EF4-FFF2-40B4-BE49-F238E27FC236}">
                  <a16:creationId xmlns:a16="http://schemas.microsoft.com/office/drawing/2014/main" id="{01625DBC-D0CF-40C5-B3C8-59D7027FD718}"/>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9" name="TextBox 8">
              <a:extLst>
                <a:ext uri="{FF2B5EF4-FFF2-40B4-BE49-F238E27FC236}">
                  <a16:creationId xmlns:a16="http://schemas.microsoft.com/office/drawing/2014/main" id="{DCF7C0D8-F52B-4FD8-A3FD-E38EF8289BEB}"/>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
        <p:nvSpPr>
          <p:cNvPr id="2" name="Rectangle 1">
            <a:extLst>
              <a:ext uri="{FF2B5EF4-FFF2-40B4-BE49-F238E27FC236}">
                <a16:creationId xmlns:a16="http://schemas.microsoft.com/office/drawing/2014/main" id="{D36E42E8-E112-450B-9FA9-9CB789AF15A8}"/>
              </a:ext>
            </a:extLst>
          </p:cNvPr>
          <p:cNvSpPr/>
          <p:nvPr/>
        </p:nvSpPr>
        <p:spPr>
          <a:xfrm>
            <a:off x="5136218" y="3244334"/>
            <a:ext cx="1919564" cy="369332"/>
          </a:xfrm>
          <a:prstGeom prst="rect">
            <a:avLst/>
          </a:prstGeom>
        </p:spPr>
        <p:txBody>
          <a:bodyPr wrap="none">
            <a:spAutoFit/>
          </a:bodyPr>
          <a:lstStyle/>
          <a:p>
            <a:r>
              <a:rPr lang="en-US" dirty="0" err="1">
                <a:solidFill>
                  <a:srgbClr val="2B2B2B"/>
                </a:solidFill>
                <a:latin typeface="Lato" panose="020F0502020204030203" pitchFamily="34" charset="0"/>
              </a:rPr>
              <a:t>Swachcha</a:t>
            </a:r>
            <a:r>
              <a:rPr lang="en-US" dirty="0">
                <a:solidFill>
                  <a:srgbClr val="2B2B2B"/>
                </a:solidFill>
                <a:latin typeface="Lato" panose="020F0502020204030203" pitchFamily="34" charset="0"/>
              </a:rPr>
              <a:t> Bharat</a:t>
            </a:r>
            <a:endParaRPr lang="en-US" dirty="0"/>
          </a:p>
        </p:txBody>
      </p:sp>
      <p:sp>
        <p:nvSpPr>
          <p:cNvPr id="10" name="Rectangle 9">
            <a:extLst>
              <a:ext uri="{FF2B5EF4-FFF2-40B4-BE49-F238E27FC236}">
                <a16:creationId xmlns:a16="http://schemas.microsoft.com/office/drawing/2014/main" id="{6E874B76-F872-4A35-8656-C665EF5CBE3B}"/>
              </a:ext>
            </a:extLst>
          </p:cNvPr>
          <p:cNvSpPr/>
          <p:nvPr/>
        </p:nvSpPr>
        <p:spPr>
          <a:xfrm>
            <a:off x="180948" y="6475005"/>
            <a:ext cx="184731" cy="369332"/>
          </a:xfrm>
          <a:prstGeom prst="rect">
            <a:avLst/>
          </a:prstGeom>
        </p:spPr>
        <p:txBody>
          <a:bodyPr wrap="none">
            <a:spAutoFit/>
          </a:bodyPr>
          <a:lstStyle/>
          <a:p>
            <a:endParaRPr lang="en-US" dirty="0"/>
          </a:p>
        </p:txBody>
      </p:sp>
    </p:spTree>
    <p:extLst>
      <p:ext uri="{BB962C8B-B14F-4D97-AF65-F5344CB8AC3E}">
        <p14:creationId xmlns:p14="http://schemas.microsoft.com/office/powerpoint/2010/main" val="5551703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FAD3915-DBEE-4734-817C-CF2DF3F65A59}"/>
              </a:ext>
            </a:extLst>
          </p:cNvPr>
          <p:cNvGrpSpPr/>
          <p:nvPr/>
        </p:nvGrpSpPr>
        <p:grpSpPr>
          <a:xfrm>
            <a:off x="11318043" y="6321117"/>
            <a:ext cx="873957" cy="536883"/>
            <a:chOff x="2223911" y="5454148"/>
            <a:chExt cx="873957" cy="536883"/>
          </a:xfrm>
        </p:grpSpPr>
        <p:sp>
          <p:nvSpPr>
            <p:cNvPr id="5" name="TextBox 4">
              <a:extLst>
                <a:ext uri="{FF2B5EF4-FFF2-40B4-BE49-F238E27FC236}">
                  <a16:creationId xmlns:a16="http://schemas.microsoft.com/office/drawing/2014/main" id="{84C87203-834E-4B15-B382-FA3860E36DF0}"/>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6" name="TextBox 5">
              <a:extLst>
                <a:ext uri="{FF2B5EF4-FFF2-40B4-BE49-F238E27FC236}">
                  <a16:creationId xmlns:a16="http://schemas.microsoft.com/office/drawing/2014/main" id="{A1E3955B-E6D8-48F8-A901-07F15AA0E969}"/>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
        <p:nvSpPr>
          <p:cNvPr id="7" name="Rectangle 6">
            <a:extLst>
              <a:ext uri="{FF2B5EF4-FFF2-40B4-BE49-F238E27FC236}">
                <a16:creationId xmlns:a16="http://schemas.microsoft.com/office/drawing/2014/main" id="{1DECC5EB-1637-4291-9981-02B00CA8A557}"/>
              </a:ext>
            </a:extLst>
          </p:cNvPr>
          <p:cNvSpPr/>
          <p:nvPr/>
        </p:nvSpPr>
        <p:spPr>
          <a:xfrm>
            <a:off x="992659" y="2564276"/>
            <a:ext cx="10206681" cy="864724"/>
          </a:xfrm>
          <a:prstGeom prst="rect">
            <a:avLst/>
          </a:prstGeom>
        </p:spPr>
        <p:txBody>
          <a:bodyPr wrap="square">
            <a:spAutoFit/>
          </a:bodyPr>
          <a:lstStyle/>
          <a:p>
            <a:pPr>
              <a:lnSpc>
                <a:spcPct val="150000"/>
              </a:lnSpc>
            </a:pPr>
            <a:r>
              <a:rPr lang="en-GB" sz="3800" dirty="0">
                <a:solidFill>
                  <a:schemeClr val="bg1">
                    <a:lumMod val="50000"/>
                  </a:schemeClr>
                </a:solidFill>
                <a:latin typeface="Montserrat ExtraLight" panose="00000300000000000000" pitchFamily="50" charset="0"/>
              </a:rPr>
              <a:t>PEOPLE WILL FORGET WHAT </a:t>
            </a:r>
            <a:r>
              <a:rPr lang="en-GB" sz="3800" dirty="0">
                <a:solidFill>
                  <a:schemeClr val="bg1">
                    <a:lumMod val="50000"/>
                  </a:schemeClr>
                </a:solidFill>
                <a:latin typeface="Montserrat Black" panose="00000A00000000000000" pitchFamily="50" charset="0"/>
              </a:rPr>
              <a:t>YOU SAID</a:t>
            </a:r>
            <a:endParaRPr lang="en-US" sz="3800" dirty="0">
              <a:solidFill>
                <a:schemeClr val="bg1">
                  <a:lumMod val="50000"/>
                </a:schemeClr>
              </a:solidFill>
              <a:latin typeface="Montserrat ExtraLight" panose="00000300000000000000" pitchFamily="50" charset="0"/>
            </a:endParaRPr>
          </a:p>
        </p:txBody>
      </p:sp>
    </p:spTree>
    <p:extLst>
      <p:ext uri="{BB962C8B-B14F-4D97-AF65-F5344CB8AC3E}">
        <p14:creationId xmlns:p14="http://schemas.microsoft.com/office/powerpoint/2010/main" val="335161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FAD3915-DBEE-4734-817C-CF2DF3F65A59}"/>
              </a:ext>
            </a:extLst>
          </p:cNvPr>
          <p:cNvGrpSpPr/>
          <p:nvPr/>
        </p:nvGrpSpPr>
        <p:grpSpPr>
          <a:xfrm>
            <a:off x="11318043" y="6321117"/>
            <a:ext cx="873957" cy="536883"/>
            <a:chOff x="2223911" y="5454148"/>
            <a:chExt cx="873957" cy="536883"/>
          </a:xfrm>
        </p:grpSpPr>
        <p:sp>
          <p:nvSpPr>
            <p:cNvPr id="5" name="TextBox 4">
              <a:extLst>
                <a:ext uri="{FF2B5EF4-FFF2-40B4-BE49-F238E27FC236}">
                  <a16:creationId xmlns:a16="http://schemas.microsoft.com/office/drawing/2014/main" id="{84C87203-834E-4B15-B382-FA3860E36DF0}"/>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6" name="TextBox 5">
              <a:extLst>
                <a:ext uri="{FF2B5EF4-FFF2-40B4-BE49-F238E27FC236}">
                  <a16:creationId xmlns:a16="http://schemas.microsoft.com/office/drawing/2014/main" id="{A1E3955B-E6D8-48F8-A901-07F15AA0E969}"/>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
        <p:nvSpPr>
          <p:cNvPr id="7" name="Rectangle 6">
            <a:extLst>
              <a:ext uri="{FF2B5EF4-FFF2-40B4-BE49-F238E27FC236}">
                <a16:creationId xmlns:a16="http://schemas.microsoft.com/office/drawing/2014/main" id="{1DECC5EB-1637-4291-9981-02B00CA8A557}"/>
              </a:ext>
            </a:extLst>
          </p:cNvPr>
          <p:cNvSpPr/>
          <p:nvPr/>
        </p:nvSpPr>
        <p:spPr>
          <a:xfrm>
            <a:off x="1239421" y="2564276"/>
            <a:ext cx="9713157" cy="864724"/>
          </a:xfrm>
          <a:prstGeom prst="rect">
            <a:avLst/>
          </a:prstGeom>
        </p:spPr>
        <p:txBody>
          <a:bodyPr wrap="square">
            <a:spAutoFit/>
          </a:bodyPr>
          <a:lstStyle/>
          <a:p>
            <a:pPr>
              <a:lnSpc>
                <a:spcPct val="150000"/>
              </a:lnSpc>
            </a:pPr>
            <a:r>
              <a:rPr lang="en-GB" sz="3800" dirty="0">
                <a:solidFill>
                  <a:schemeClr val="bg1">
                    <a:lumMod val="50000"/>
                  </a:schemeClr>
                </a:solidFill>
                <a:latin typeface="Montserrat ExtraLight" panose="00000300000000000000" pitchFamily="50" charset="0"/>
              </a:rPr>
              <a:t>PEOPLE WILL FORGET WHAT </a:t>
            </a:r>
            <a:r>
              <a:rPr lang="en-GB" sz="3800" dirty="0">
                <a:solidFill>
                  <a:schemeClr val="bg1">
                    <a:lumMod val="50000"/>
                  </a:schemeClr>
                </a:solidFill>
                <a:latin typeface="Montserrat Black" panose="00000A00000000000000" pitchFamily="50" charset="0"/>
              </a:rPr>
              <a:t>YOU DID</a:t>
            </a:r>
            <a:endParaRPr lang="en-US" sz="3800" dirty="0">
              <a:solidFill>
                <a:schemeClr val="bg1">
                  <a:lumMod val="50000"/>
                </a:schemeClr>
              </a:solidFill>
              <a:latin typeface="Montserrat ExtraLight" panose="00000300000000000000" pitchFamily="50" charset="0"/>
            </a:endParaRPr>
          </a:p>
        </p:txBody>
      </p:sp>
    </p:spTree>
    <p:extLst>
      <p:ext uri="{BB962C8B-B14F-4D97-AF65-F5344CB8AC3E}">
        <p14:creationId xmlns:p14="http://schemas.microsoft.com/office/powerpoint/2010/main" val="4146316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FAD3915-DBEE-4734-817C-CF2DF3F65A59}"/>
              </a:ext>
            </a:extLst>
          </p:cNvPr>
          <p:cNvGrpSpPr/>
          <p:nvPr/>
        </p:nvGrpSpPr>
        <p:grpSpPr>
          <a:xfrm>
            <a:off x="11318043" y="6321117"/>
            <a:ext cx="873957" cy="536883"/>
            <a:chOff x="2223911" y="5454148"/>
            <a:chExt cx="873957" cy="536883"/>
          </a:xfrm>
        </p:grpSpPr>
        <p:sp>
          <p:nvSpPr>
            <p:cNvPr id="5" name="TextBox 4">
              <a:extLst>
                <a:ext uri="{FF2B5EF4-FFF2-40B4-BE49-F238E27FC236}">
                  <a16:creationId xmlns:a16="http://schemas.microsoft.com/office/drawing/2014/main" id="{84C87203-834E-4B15-B382-FA3860E36DF0}"/>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6" name="TextBox 5">
              <a:extLst>
                <a:ext uri="{FF2B5EF4-FFF2-40B4-BE49-F238E27FC236}">
                  <a16:creationId xmlns:a16="http://schemas.microsoft.com/office/drawing/2014/main" id="{A1E3955B-E6D8-48F8-A901-07F15AA0E969}"/>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
        <p:nvSpPr>
          <p:cNvPr id="7" name="Rectangle 6">
            <a:extLst>
              <a:ext uri="{FF2B5EF4-FFF2-40B4-BE49-F238E27FC236}">
                <a16:creationId xmlns:a16="http://schemas.microsoft.com/office/drawing/2014/main" id="{1DECC5EB-1637-4291-9981-02B00CA8A557}"/>
              </a:ext>
            </a:extLst>
          </p:cNvPr>
          <p:cNvSpPr/>
          <p:nvPr/>
        </p:nvSpPr>
        <p:spPr>
          <a:xfrm>
            <a:off x="1628659" y="2764523"/>
            <a:ext cx="8934681" cy="1328954"/>
          </a:xfrm>
          <a:prstGeom prst="rect">
            <a:avLst/>
          </a:prstGeom>
        </p:spPr>
        <p:txBody>
          <a:bodyPr wrap="square">
            <a:spAutoFit/>
          </a:bodyPr>
          <a:lstStyle/>
          <a:p>
            <a:pPr>
              <a:lnSpc>
                <a:spcPts val="5000"/>
              </a:lnSpc>
            </a:pPr>
            <a:r>
              <a:rPr lang="en-GB" sz="3800" dirty="0">
                <a:solidFill>
                  <a:schemeClr val="bg1">
                    <a:lumMod val="50000"/>
                  </a:schemeClr>
                </a:solidFill>
                <a:latin typeface="Montserrat ExtraLight" panose="00000300000000000000" pitchFamily="50" charset="0"/>
              </a:rPr>
              <a:t>BUT PEOPLE </a:t>
            </a:r>
            <a:r>
              <a:rPr lang="en-GB" sz="3800" dirty="0">
                <a:solidFill>
                  <a:srgbClr val="FF6600"/>
                </a:solidFill>
                <a:latin typeface="Montserrat Black" panose="00000A00000000000000" pitchFamily="50" charset="0"/>
              </a:rPr>
              <a:t>WILL NEVER </a:t>
            </a:r>
            <a:r>
              <a:rPr lang="en-GB" sz="3800" dirty="0">
                <a:solidFill>
                  <a:schemeClr val="bg1">
                    <a:lumMod val="50000"/>
                  </a:schemeClr>
                </a:solidFill>
                <a:latin typeface="Montserrat ExtraLight" panose="00000300000000000000" pitchFamily="50" charset="0"/>
              </a:rPr>
              <a:t>FORGET </a:t>
            </a:r>
            <a:r>
              <a:rPr lang="en-GB" sz="3800" dirty="0">
                <a:solidFill>
                  <a:srgbClr val="FF6600"/>
                </a:solidFill>
                <a:latin typeface="Montserrat Black" panose="00000A00000000000000" pitchFamily="50" charset="0"/>
              </a:rPr>
              <a:t>HOW YOU MADE THEM FEEL</a:t>
            </a:r>
            <a:r>
              <a:rPr lang="en-GB" sz="3800" dirty="0">
                <a:solidFill>
                  <a:schemeClr val="bg1">
                    <a:lumMod val="50000"/>
                  </a:schemeClr>
                </a:solidFill>
                <a:latin typeface="Montserrat ExtraLight" panose="00000300000000000000" pitchFamily="50" charset="0"/>
              </a:rPr>
              <a:t>.</a:t>
            </a:r>
            <a:endParaRPr lang="en-US" sz="3800" dirty="0">
              <a:solidFill>
                <a:schemeClr val="bg1">
                  <a:lumMod val="50000"/>
                </a:schemeClr>
              </a:solidFill>
              <a:latin typeface="Montserrat ExtraLight" panose="00000300000000000000" pitchFamily="50" charset="0"/>
            </a:endParaRPr>
          </a:p>
        </p:txBody>
      </p:sp>
    </p:spTree>
    <p:extLst>
      <p:ext uri="{BB962C8B-B14F-4D97-AF65-F5344CB8AC3E}">
        <p14:creationId xmlns:p14="http://schemas.microsoft.com/office/powerpoint/2010/main" val="2262117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FAD3915-DBEE-4734-817C-CF2DF3F65A59}"/>
              </a:ext>
            </a:extLst>
          </p:cNvPr>
          <p:cNvGrpSpPr/>
          <p:nvPr/>
        </p:nvGrpSpPr>
        <p:grpSpPr>
          <a:xfrm>
            <a:off x="11318043" y="6321117"/>
            <a:ext cx="873957" cy="536883"/>
            <a:chOff x="2223911" y="5454148"/>
            <a:chExt cx="873957" cy="536883"/>
          </a:xfrm>
        </p:grpSpPr>
        <p:sp>
          <p:nvSpPr>
            <p:cNvPr id="5" name="TextBox 4">
              <a:extLst>
                <a:ext uri="{FF2B5EF4-FFF2-40B4-BE49-F238E27FC236}">
                  <a16:creationId xmlns:a16="http://schemas.microsoft.com/office/drawing/2014/main" id="{84C87203-834E-4B15-B382-FA3860E36DF0}"/>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6" name="TextBox 5">
              <a:extLst>
                <a:ext uri="{FF2B5EF4-FFF2-40B4-BE49-F238E27FC236}">
                  <a16:creationId xmlns:a16="http://schemas.microsoft.com/office/drawing/2014/main" id="{A1E3955B-E6D8-48F8-A901-07F15AA0E969}"/>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
        <p:nvSpPr>
          <p:cNvPr id="7" name="Rectangle 6">
            <a:extLst>
              <a:ext uri="{FF2B5EF4-FFF2-40B4-BE49-F238E27FC236}">
                <a16:creationId xmlns:a16="http://schemas.microsoft.com/office/drawing/2014/main" id="{1DECC5EB-1637-4291-9981-02B00CA8A557}"/>
              </a:ext>
            </a:extLst>
          </p:cNvPr>
          <p:cNvSpPr/>
          <p:nvPr/>
        </p:nvSpPr>
        <p:spPr>
          <a:xfrm>
            <a:off x="1239421" y="2564276"/>
            <a:ext cx="9713157" cy="864724"/>
          </a:xfrm>
          <a:prstGeom prst="rect">
            <a:avLst/>
          </a:prstGeom>
        </p:spPr>
        <p:txBody>
          <a:bodyPr wrap="square">
            <a:spAutoFit/>
          </a:bodyPr>
          <a:lstStyle/>
          <a:p>
            <a:pPr>
              <a:lnSpc>
                <a:spcPct val="150000"/>
              </a:lnSpc>
            </a:pPr>
            <a:r>
              <a:rPr lang="en-GB" sz="3800" dirty="0">
                <a:solidFill>
                  <a:schemeClr val="bg1">
                    <a:lumMod val="50000"/>
                  </a:schemeClr>
                </a:solidFill>
                <a:latin typeface="Montserrat ExtraLight" panose="00000300000000000000" pitchFamily="50" charset="0"/>
              </a:rPr>
              <a:t>Don’t state the </a:t>
            </a:r>
            <a:r>
              <a:rPr lang="en-GB" sz="3800" cap="all" dirty="0">
                <a:solidFill>
                  <a:schemeClr val="bg1">
                    <a:lumMod val="50000"/>
                  </a:schemeClr>
                </a:solidFill>
                <a:latin typeface="Montserrat Black" panose="00000A00000000000000" pitchFamily="50" charset="0"/>
              </a:rPr>
              <a:t>obvious</a:t>
            </a:r>
            <a:r>
              <a:rPr lang="en-GB" sz="3800" dirty="0">
                <a:solidFill>
                  <a:schemeClr val="bg1">
                    <a:lumMod val="50000"/>
                  </a:schemeClr>
                </a:solidFill>
                <a:latin typeface="Montserrat ExtraLight" panose="00000300000000000000" pitchFamily="50" charset="0"/>
              </a:rPr>
              <a:t> </a:t>
            </a:r>
            <a:endParaRPr lang="en-US" sz="3800" dirty="0">
              <a:solidFill>
                <a:schemeClr val="bg1">
                  <a:lumMod val="50000"/>
                </a:schemeClr>
              </a:solidFill>
              <a:latin typeface="Montserrat ExtraLight" panose="00000300000000000000" pitchFamily="50" charset="0"/>
            </a:endParaRPr>
          </a:p>
        </p:txBody>
      </p:sp>
    </p:spTree>
    <p:extLst>
      <p:ext uri="{BB962C8B-B14F-4D97-AF65-F5344CB8AC3E}">
        <p14:creationId xmlns:p14="http://schemas.microsoft.com/office/powerpoint/2010/main" val="300787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FAD3915-DBEE-4734-817C-CF2DF3F65A59}"/>
              </a:ext>
            </a:extLst>
          </p:cNvPr>
          <p:cNvGrpSpPr/>
          <p:nvPr/>
        </p:nvGrpSpPr>
        <p:grpSpPr>
          <a:xfrm>
            <a:off x="11318043" y="6321117"/>
            <a:ext cx="873957" cy="536883"/>
            <a:chOff x="2223911" y="5454148"/>
            <a:chExt cx="873957" cy="536883"/>
          </a:xfrm>
        </p:grpSpPr>
        <p:sp>
          <p:nvSpPr>
            <p:cNvPr id="5" name="TextBox 4">
              <a:extLst>
                <a:ext uri="{FF2B5EF4-FFF2-40B4-BE49-F238E27FC236}">
                  <a16:creationId xmlns:a16="http://schemas.microsoft.com/office/drawing/2014/main" id="{84C87203-834E-4B15-B382-FA3860E36DF0}"/>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bg1">
                      <a:lumMod val="85000"/>
                    </a:schemeClr>
                  </a:solidFill>
                  <a:latin typeface="Montserrat ExtraLight" panose="00000300000000000000" pitchFamily="50" charset="0"/>
                </a:rPr>
                <a:t>Bharat</a:t>
              </a:r>
            </a:p>
          </p:txBody>
        </p:sp>
        <p:sp>
          <p:nvSpPr>
            <p:cNvPr id="6" name="TextBox 5">
              <a:extLst>
                <a:ext uri="{FF2B5EF4-FFF2-40B4-BE49-F238E27FC236}">
                  <a16:creationId xmlns:a16="http://schemas.microsoft.com/office/drawing/2014/main" id="{A1E3955B-E6D8-48F8-A901-07F15AA0E969}"/>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65000"/>
                    </a:schemeClr>
                  </a:solidFill>
                  <a:latin typeface="Montserrat SemiBold" panose="00000700000000000000" pitchFamily="50" charset="0"/>
                </a:rPr>
                <a:t>mane</a:t>
              </a:r>
              <a:endParaRPr lang="en-US" b="1" dirty="0">
                <a:solidFill>
                  <a:schemeClr val="bg1">
                    <a:lumMod val="65000"/>
                  </a:schemeClr>
                </a:solidFill>
                <a:latin typeface="Montserrat SemiBold" panose="00000700000000000000" pitchFamily="50" charset="0"/>
              </a:endParaRPr>
            </a:p>
          </p:txBody>
        </p:sp>
      </p:grpSp>
      <p:sp>
        <p:nvSpPr>
          <p:cNvPr id="7" name="Rectangle 6">
            <a:extLst>
              <a:ext uri="{FF2B5EF4-FFF2-40B4-BE49-F238E27FC236}">
                <a16:creationId xmlns:a16="http://schemas.microsoft.com/office/drawing/2014/main" id="{1DECC5EB-1637-4291-9981-02B00CA8A557}"/>
              </a:ext>
            </a:extLst>
          </p:cNvPr>
          <p:cNvSpPr/>
          <p:nvPr/>
        </p:nvSpPr>
        <p:spPr>
          <a:xfrm>
            <a:off x="1239421" y="2564276"/>
            <a:ext cx="9713157" cy="864724"/>
          </a:xfrm>
          <a:prstGeom prst="rect">
            <a:avLst/>
          </a:prstGeom>
        </p:spPr>
        <p:txBody>
          <a:bodyPr wrap="square">
            <a:spAutoFit/>
          </a:bodyPr>
          <a:lstStyle/>
          <a:p>
            <a:pPr>
              <a:lnSpc>
                <a:spcPct val="150000"/>
              </a:lnSpc>
            </a:pPr>
            <a:r>
              <a:rPr lang="en-GB" sz="3800" dirty="0">
                <a:solidFill>
                  <a:schemeClr val="bg1">
                    <a:lumMod val="50000"/>
                  </a:schemeClr>
                </a:solidFill>
                <a:latin typeface="Montserrat ExtraLight" panose="00000300000000000000" pitchFamily="50" charset="0"/>
              </a:rPr>
              <a:t>Character + conflict + Resolution </a:t>
            </a:r>
            <a:endParaRPr lang="en-US" sz="3800" dirty="0">
              <a:solidFill>
                <a:schemeClr val="bg1">
                  <a:lumMod val="50000"/>
                </a:schemeClr>
              </a:solidFill>
              <a:latin typeface="Montserrat ExtraLight" panose="00000300000000000000" pitchFamily="50" charset="0"/>
            </a:endParaRPr>
          </a:p>
        </p:txBody>
      </p:sp>
    </p:spTree>
    <p:extLst>
      <p:ext uri="{BB962C8B-B14F-4D97-AF65-F5344CB8AC3E}">
        <p14:creationId xmlns:p14="http://schemas.microsoft.com/office/powerpoint/2010/main" val="3671750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968563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61D00EA-84BF-4E44-9557-8B6F70C76C3B}"/>
              </a:ext>
            </a:extLst>
          </p:cNvPr>
          <p:cNvGrpSpPr/>
          <p:nvPr/>
        </p:nvGrpSpPr>
        <p:grpSpPr>
          <a:xfrm>
            <a:off x="538509" y="1296695"/>
            <a:ext cx="7871540" cy="4313684"/>
            <a:chOff x="825147" y="1300878"/>
            <a:chExt cx="7871540" cy="4313684"/>
          </a:xfrm>
        </p:grpSpPr>
        <p:sp>
          <p:nvSpPr>
            <p:cNvPr id="10" name="Rectangle 9">
              <a:extLst>
                <a:ext uri="{FF2B5EF4-FFF2-40B4-BE49-F238E27FC236}">
                  <a16:creationId xmlns:a16="http://schemas.microsoft.com/office/drawing/2014/main" id="{FDC48643-4FBE-4281-866D-A0E040A53BDB}"/>
                </a:ext>
              </a:extLst>
            </p:cNvPr>
            <p:cNvSpPr/>
            <p:nvPr/>
          </p:nvSpPr>
          <p:spPr>
            <a:xfrm>
              <a:off x="1938106" y="2013576"/>
              <a:ext cx="6758581" cy="3600986"/>
            </a:xfrm>
            <a:prstGeom prst="rect">
              <a:avLst/>
            </a:prstGeom>
          </p:spPr>
          <p:txBody>
            <a:bodyPr wrap="none">
              <a:spAutoFit/>
            </a:bodyPr>
            <a:lstStyle/>
            <a:p>
              <a:r>
                <a:rPr lang="en-US" sz="3800" dirty="0">
                  <a:solidFill>
                    <a:schemeClr val="bg1">
                      <a:lumMod val="50000"/>
                    </a:schemeClr>
                  </a:solidFill>
                  <a:latin typeface="Montserrat ExtraLight" panose="00000300000000000000" pitchFamily="50" charset="0"/>
                </a:rPr>
                <a:t>What doesn’t work</a:t>
              </a:r>
            </a:p>
            <a:p>
              <a:pPr marL="742950" indent="-742950">
                <a:buAutoNum type="arabicPeriod"/>
              </a:pPr>
              <a:r>
                <a:rPr lang="en-US" sz="3800" dirty="0">
                  <a:solidFill>
                    <a:schemeClr val="bg1">
                      <a:lumMod val="50000"/>
                    </a:schemeClr>
                  </a:solidFill>
                  <a:latin typeface="Montserrat ExtraLight" panose="00000300000000000000" pitchFamily="50" charset="0"/>
                </a:rPr>
                <a:t>The sales pitch</a:t>
              </a:r>
            </a:p>
            <a:p>
              <a:pPr marL="742950" indent="-742950">
                <a:buAutoNum type="arabicPeriod"/>
              </a:pPr>
              <a:r>
                <a:rPr lang="en-IN" sz="3800" dirty="0">
                  <a:solidFill>
                    <a:schemeClr val="bg1">
                      <a:lumMod val="50000"/>
                    </a:schemeClr>
                  </a:solidFill>
                  <a:latin typeface="Montserrat ExtraLight" panose="00000300000000000000" pitchFamily="50" charset="0"/>
                </a:rPr>
                <a:t>T</a:t>
              </a:r>
              <a:r>
                <a:rPr lang="en-US" sz="3800" dirty="0">
                  <a:solidFill>
                    <a:schemeClr val="bg1">
                      <a:lumMod val="50000"/>
                    </a:schemeClr>
                  </a:solidFill>
                  <a:latin typeface="Montserrat ExtraLight" panose="00000300000000000000" pitchFamily="50" charset="0"/>
                </a:rPr>
                <a:t>he ramble</a:t>
              </a:r>
            </a:p>
            <a:p>
              <a:pPr marL="742950" indent="-742950">
                <a:buAutoNum type="arabicPeriod"/>
              </a:pPr>
              <a:r>
                <a:rPr lang="en-IN" sz="3800" dirty="0">
                  <a:solidFill>
                    <a:schemeClr val="bg1">
                      <a:lumMod val="50000"/>
                    </a:schemeClr>
                  </a:solidFill>
                  <a:latin typeface="Montserrat ExtraLight" panose="00000300000000000000" pitchFamily="50" charset="0"/>
                </a:rPr>
                <a:t>O</a:t>
              </a:r>
              <a:r>
                <a:rPr lang="en-US" sz="3800" dirty="0">
                  <a:solidFill>
                    <a:schemeClr val="bg1">
                      <a:lumMod val="50000"/>
                    </a:schemeClr>
                  </a:solidFill>
                  <a:latin typeface="Montserrat ExtraLight" panose="00000300000000000000" pitchFamily="50" charset="0"/>
                </a:rPr>
                <a:t>RG BORE</a:t>
              </a:r>
            </a:p>
            <a:p>
              <a:pPr marL="742950" indent="-742950">
                <a:buAutoNum type="arabicPeriod"/>
              </a:pPr>
              <a:r>
                <a:rPr lang="en-IN" sz="3800" dirty="0">
                  <a:solidFill>
                    <a:schemeClr val="bg1">
                      <a:lumMod val="50000"/>
                    </a:schemeClr>
                  </a:solidFill>
                  <a:latin typeface="Montserrat ExtraLight" panose="00000300000000000000" pitchFamily="50" charset="0"/>
                </a:rPr>
                <a:t>Inspiration </a:t>
              </a:r>
              <a:r>
                <a:rPr lang="en-IN" sz="3800">
                  <a:solidFill>
                    <a:schemeClr val="bg1">
                      <a:lumMod val="50000"/>
                    </a:schemeClr>
                  </a:solidFill>
                  <a:latin typeface="Montserrat ExtraLight" panose="00000300000000000000" pitchFamily="50" charset="0"/>
                </a:rPr>
                <a:t>perfromance</a:t>
              </a:r>
              <a:endParaRPr lang="en-US" sz="3800" dirty="0">
                <a:solidFill>
                  <a:schemeClr val="bg1">
                    <a:lumMod val="50000"/>
                  </a:schemeClr>
                </a:solidFill>
                <a:latin typeface="Montserrat ExtraLight" panose="00000300000000000000" pitchFamily="50" charset="0"/>
              </a:endParaRPr>
            </a:p>
            <a:p>
              <a:pPr marL="742950" indent="-742950">
                <a:buAutoNum type="arabicPeriod"/>
              </a:pPr>
              <a:endParaRPr lang="en-US" sz="3800" dirty="0">
                <a:solidFill>
                  <a:schemeClr val="bg1">
                    <a:lumMod val="50000"/>
                  </a:schemeClr>
                </a:solidFill>
                <a:latin typeface="Montserrat ExtraLight" panose="00000300000000000000" pitchFamily="50" charset="0"/>
              </a:endParaRPr>
            </a:p>
          </p:txBody>
        </p:sp>
        <p:pic>
          <p:nvPicPr>
            <p:cNvPr id="1026" name="Picture 2" descr="Image result for best font for quote symbol">
              <a:extLst>
                <a:ext uri="{FF2B5EF4-FFF2-40B4-BE49-F238E27FC236}">
                  <a16:creationId xmlns:a16="http://schemas.microsoft.com/office/drawing/2014/main" id="{4E5F60C6-A193-4ED4-A6BF-766534AA0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147" y="1300878"/>
              <a:ext cx="1455209" cy="12935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BF0F5CC2-E96D-4CA1-94F3-C1DC81E4BFCA}"/>
              </a:ext>
            </a:extLst>
          </p:cNvPr>
          <p:cNvGrpSpPr/>
          <p:nvPr/>
        </p:nvGrpSpPr>
        <p:grpSpPr>
          <a:xfrm>
            <a:off x="11318043" y="6321117"/>
            <a:ext cx="873957" cy="536883"/>
            <a:chOff x="2223911" y="5454148"/>
            <a:chExt cx="873957" cy="536883"/>
          </a:xfrm>
        </p:grpSpPr>
        <p:sp>
          <p:nvSpPr>
            <p:cNvPr id="27" name="TextBox 26">
              <a:extLst>
                <a:ext uri="{FF2B5EF4-FFF2-40B4-BE49-F238E27FC236}">
                  <a16:creationId xmlns:a16="http://schemas.microsoft.com/office/drawing/2014/main" id="{377CF9DA-2754-41AA-8B32-4935A106CD8F}"/>
                </a:ext>
              </a:extLst>
            </p:cNvPr>
            <p:cNvSpPr txBox="1"/>
            <p:nvPr/>
          </p:nvSpPr>
          <p:spPr>
            <a:xfrm>
              <a:off x="2223911" y="5454148"/>
              <a:ext cx="873957" cy="338554"/>
            </a:xfrm>
            <a:prstGeom prst="rect">
              <a:avLst/>
            </a:prstGeom>
            <a:noFill/>
          </p:spPr>
          <p:txBody>
            <a:bodyPr wrap="none" rtlCol="0">
              <a:spAutoFit/>
            </a:bodyPr>
            <a:lstStyle/>
            <a:p>
              <a:r>
                <a:rPr lang="en-IN" sz="1600" dirty="0">
                  <a:solidFill>
                    <a:schemeClr val="tx1">
                      <a:lumMod val="65000"/>
                      <a:lumOff val="35000"/>
                    </a:schemeClr>
                  </a:solidFill>
                  <a:latin typeface="Montserrat ExtraLight" panose="00000300000000000000" pitchFamily="50" charset="0"/>
                </a:rPr>
                <a:t>Bharat</a:t>
              </a:r>
            </a:p>
          </p:txBody>
        </p:sp>
        <p:sp>
          <p:nvSpPr>
            <p:cNvPr id="28" name="TextBox 27">
              <a:extLst>
                <a:ext uri="{FF2B5EF4-FFF2-40B4-BE49-F238E27FC236}">
                  <a16:creationId xmlns:a16="http://schemas.microsoft.com/office/drawing/2014/main" id="{06C5A198-A9C0-41CE-BFD4-F16BC70719D0}"/>
                </a:ext>
              </a:extLst>
            </p:cNvPr>
            <p:cNvSpPr txBox="1"/>
            <p:nvPr/>
          </p:nvSpPr>
          <p:spPr>
            <a:xfrm>
              <a:off x="2227117" y="5621699"/>
              <a:ext cx="870751" cy="369332"/>
            </a:xfrm>
            <a:prstGeom prst="rect">
              <a:avLst/>
            </a:prstGeom>
            <a:noFill/>
          </p:spPr>
          <p:txBody>
            <a:bodyPr wrap="none" rtlCol="0">
              <a:spAutoFit/>
            </a:bodyPr>
            <a:lstStyle/>
            <a:p>
              <a:r>
                <a:rPr lang="en-IN" b="1" dirty="0">
                  <a:solidFill>
                    <a:schemeClr val="bg1">
                      <a:lumMod val="50000"/>
                    </a:schemeClr>
                  </a:solidFill>
                  <a:latin typeface="Montserrat SemiBold" panose="00000700000000000000" pitchFamily="50" charset="0"/>
                </a:rPr>
                <a:t>mane</a:t>
              </a:r>
              <a:endParaRPr lang="en-US" b="1" dirty="0">
                <a:solidFill>
                  <a:schemeClr val="bg1">
                    <a:lumMod val="50000"/>
                  </a:schemeClr>
                </a:solidFill>
                <a:latin typeface="Montserrat SemiBold" panose="00000700000000000000" pitchFamily="50" charset="0"/>
              </a:endParaRPr>
            </a:p>
          </p:txBody>
        </p:sp>
      </p:grpSp>
    </p:spTree>
    <p:extLst>
      <p:ext uri="{BB962C8B-B14F-4D97-AF65-F5344CB8AC3E}">
        <p14:creationId xmlns:p14="http://schemas.microsoft.com/office/powerpoint/2010/main" val="988453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37566</TotalTime>
  <Words>960</Words>
  <Application>Microsoft Office PowerPoint</Application>
  <PresentationFormat>Widescreen</PresentationFormat>
  <Paragraphs>147</Paragraphs>
  <Slides>14</Slides>
  <Notes>13</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14</vt:i4>
      </vt:variant>
    </vt:vector>
  </HeadingPairs>
  <TitlesOfParts>
    <vt:vector size="29" baseType="lpstr">
      <vt:lpstr>Arial</vt:lpstr>
      <vt:lpstr>Calibri</vt:lpstr>
      <vt:lpstr>Calibri Light</vt:lpstr>
      <vt:lpstr>Capsuula</vt:lpstr>
      <vt:lpstr>Lato</vt:lpstr>
      <vt:lpstr>Montserrat Alternates ExLight</vt:lpstr>
      <vt:lpstr>Montserrat Black</vt:lpstr>
      <vt:lpstr>Montserrat ExtraLight</vt:lpstr>
      <vt:lpstr>Montserrat Light</vt:lpstr>
      <vt:lpstr>Montserrat SemiBold</vt:lpstr>
      <vt:lpstr>Ostrich Sans Medium</vt:lpstr>
      <vt:lpstr>Proxima Nova Cn Rg</vt:lpstr>
      <vt:lpstr>Proxima Nova ExCn Rg</vt:lpstr>
      <vt:lpstr>Source Sans Pro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Bharat Mane</dc:creator>
  <cp:lastModifiedBy>Bharat Mane</cp:lastModifiedBy>
  <cp:revision>1699</cp:revision>
  <dcterms:created xsi:type="dcterms:W3CDTF">2017-08-04T04:53:56Z</dcterms:created>
  <dcterms:modified xsi:type="dcterms:W3CDTF">2019-01-19T11:51:35Z</dcterms:modified>
</cp:coreProperties>
</file>